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5"/>
    <p:sldMasterId id="214748370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10287000" cx="18288000"/>
  <p:notesSz cx="6858000" cy="9144000"/>
  <p:embeddedFontLst>
    <p:embeddedFont>
      <p:font typeface="Roboto Mono SemiBold"/>
      <p:regular r:id="rId29"/>
      <p:bold r:id="rId30"/>
      <p:italic r:id="rId31"/>
      <p:boldItalic r:id="rId32"/>
    </p:embeddedFont>
    <p:embeddedFont>
      <p:font typeface="Roboto Mono Medium"/>
      <p:regular r:id="rId33"/>
      <p:bold r:id="rId34"/>
      <p:italic r:id="rId35"/>
      <p:boldItalic r:id="rId36"/>
    </p:embeddedFont>
    <p:embeddedFont>
      <p:font typeface="Inter"/>
      <p:regular r:id="rId37"/>
      <p:bold r:id="rId38"/>
      <p:italic r:id="rId39"/>
      <p:boldItalic r:id="rId40"/>
    </p:embeddedFont>
    <p:embeddedFont>
      <p:font typeface="Roboto Mono"/>
      <p:regular r:id="rId41"/>
      <p:bold r:id="rId42"/>
      <p:italic r:id="rId43"/>
      <p:boldItalic r:id="rId44"/>
    </p:embeddedFont>
    <p:embeddedFont>
      <p:font typeface="Inter Medium"/>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747775"/>
          </p15:clr>
        </p15:guide>
        <p15:guide id="2" pos="57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3CD099-8E2A-48F4-A522-EC8361B9D010}">
  <a:tblStyle styleId="{5C3CD099-8E2A-48F4-A522-EC8361B9D01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boldItalic.fntdata"/><Relationship Id="rId20" Type="http://schemas.openxmlformats.org/officeDocument/2006/relationships/slide" Target="slides/slide13.xml"/><Relationship Id="rId42" Type="http://schemas.openxmlformats.org/officeDocument/2006/relationships/font" Target="fonts/RobotoMono-bold.fntdata"/><Relationship Id="rId41" Type="http://schemas.openxmlformats.org/officeDocument/2006/relationships/font" Target="fonts/RobotoMono-regular.fntdata"/><Relationship Id="rId22" Type="http://schemas.openxmlformats.org/officeDocument/2006/relationships/slide" Target="slides/slide15.xml"/><Relationship Id="rId44" Type="http://schemas.openxmlformats.org/officeDocument/2006/relationships/font" Target="fonts/RobotoMono-boldItalic.fntdata"/><Relationship Id="rId21" Type="http://schemas.openxmlformats.org/officeDocument/2006/relationships/slide" Target="slides/slide14.xml"/><Relationship Id="rId43" Type="http://schemas.openxmlformats.org/officeDocument/2006/relationships/font" Target="fonts/RobotoMono-italic.fntdata"/><Relationship Id="rId24" Type="http://schemas.openxmlformats.org/officeDocument/2006/relationships/slide" Target="slides/slide17.xml"/><Relationship Id="rId46" Type="http://schemas.openxmlformats.org/officeDocument/2006/relationships/font" Target="fonts/InterMedium-bold.fntdata"/><Relationship Id="rId23" Type="http://schemas.openxmlformats.org/officeDocument/2006/relationships/slide" Target="slides/slide16.xml"/><Relationship Id="rId45" Type="http://schemas.openxmlformats.org/officeDocument/2006/relationships/font" Target="fonts/Inter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48" Type="http://schemas.openxmlformats.org/officeDocument/2006/relationships/font" Target="fonts/InterMedium-boldItalic.fntdata"/><Relationship Id="rId25" Type="http://schemas.openxmlformats.org/officeDocument/2006/relationships/slide" Target="slides/slide18.xml"/><Relationship Id="rId47" Type="http://schemas.openxmlformats.org/officeDocument/2006/relationships/font" Target="fonts/InterMedium-italic.fnt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MonoSemiBold-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MonoSemiBold-italic.fntdata"/><Relationship Id="rId30" Type="http://schemas.openxmlformats.org/officeDocument/2006/relationships/font" Target="fonts/RobotoMonoSemiBold-bold.fntdata"/><Relationship Id="rId11" Type="http://schemas.openxmlformats.org/officeDocument/2006/relationships/slide" Target="slides/slide4.xml"/><Relationship Id="rId33" Type="http://schemas.openxmlformats.org/officeDocument/2006/relationships/font" Target="fonts/RobotoMonoMedium-regular.fntdata"/><Relationship Id="rId10" Type="http://schemas.openxmlformats.org/officeDocument/2006/relationships/slide" Target="slides/slide3.xml"/><Relationship Id="rId32" Type="http://schemas.openxmlformats.org/officeDocument/2006/relationships/font" Target="fonts/RobotoMonoSemiBold-boldItalic.fntdata"/><Relationship Id="rId13" Type="http://schemas.openxmlformats.org/officeDocument/2006/relationships/slide" Target="slides/slide6.xml"/><Relationship Id="rId35" Type="http://schemas.openxmlformats.org/officeDocument/2006/relationships/font" Target="fonts/RobotoMonoMedium-italic.fntdata"/><Relationship Id="rId12" Type="http://schemas.openxmlformats.org/officeDocument/2006/relationships/slide" Target="slides/slide5.xml"/><Relationship Id="rId34" Type="http://schemas.openxmlformats.org/officeDocument/2006/relationships/font" Target="fonts/RobotoMonoMedium-bold.fntdata"/><Relationship Id="rId15" Type="http://schemas.openxmlformats.org/officeDocument/2006/relationships/slide" Target="slides/slide8.xml"/><Relationship Id="rId37" Type="http://schemas.openxmlformats.org/officeDocument/2006/relationships/font" Target="fonts/Inter-regular.fntdata"/><Relationship Id="rId14" Type="http://schemas.openxmlformats.org/officeDocument/2006/relationships/slide" Target="slides/slide7.xml"/><Relationship Id="rId36" Type="http://schemas.openxmlformats.org/officeDocument/2006/relationships/font" Target="fonts/RobotoMonoMedium-boldItalic.fntdata"/><Relationship Id="rId17" Type="http://schemas.openxmlformats.org/officeDocument/2006/relationships/slide" Target="slides/slide10.xml"/><Relationship Id="rId39" Type="http://schemas.openxmlformats.org/officeDocument/2006/relationships/font" Target="fonts/Inter-italic.fntdata"/><Relationship Id="rId16" Type="http://schemas.openxmlformats.org/officeDocument/2006/relationships/slide" Target="slides/slide9.xml"/><Relationship Id="rId38" Type="http://schemas.openxmlformats.org/officeDocument/2006/relationships/font" Target="fonts/Inter-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4d35e91e76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4d35e91e76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title_page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4d35e91e76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4d35e91e76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how_to_use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4d35e91e76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4d35e91e76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audience_analysis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51f267d16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51f267d16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how_to_win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6c14ddc31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6c14ddc31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future_sponsorships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4d35e91e76_0_1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4d35e91e76_0_1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engagement_analysis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3d42abb3c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3d42abb3c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creator_snapshot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3cf8761c6a_0_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3cf8761c6a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creator_summary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6c319e7f48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6c319e7f48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post_summary_statistics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6c319e7f48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6c319e7f48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all_summary_statistics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6c319e7f4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6c319e7f4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posting_analysis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6c319e7f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6c319e7f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most_liked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6c319e7f48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6c319e7f48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most_comment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6c319e7f4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6c319e7f4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most_engagement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6c14ddc312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6c14ddc312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4d35e91e76_0_1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4d35e91e76_0_1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4d35e91e76_0_1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4d35e91e76_0_1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audience_need</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4d35e91e76_0_2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4d35e91e76_0_2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audience_objection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4d35e91e76_0_2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4d35e91e76_0_2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audience_desire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4d35e91e76_0_1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4d35e91e76_0_1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audience_painpoint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4d35e91e76_0_1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4d35e91e76_0_1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623417" y="1489150"/>
            <a:ext cx="17041200" cy="41052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10400"/>
              <a:buNone/>
              <a:defRPr sz="10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11" name="Google Shape;11;p2"/>
          <p:cNvSpPr txBox="1"/>
          <p:nvPr>
            <p:ph idx="1" type="subTitle"/>
          </p:nvPr>
        </p:nvSpPr>
        <p:spPr>
          <a:xfrm>
            <a:off x="623400" y="5668250"/>
            <a:ext cx="17041200" cy="1585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2" name="Google Shape;12;p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623400" y="4301700"/>
            <a:ext cx="17041200" cy="1683600"/>
          </a:xfrm>
          <a:prstGeom prst="rect">
            <a:avLst/>
          </a:prstGeom>
        </p:spPr>
        <p:txBody>
          <a:bodyPr anchorCtr="0" anchor="ctr" bIns="182850" lIns="182850" spcFirstLastPara="1" rIns="182850" wrap="square" tIns="182850">
            <a:norm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5" name="Google Shape;15;p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 name="Google Shape;18;p4"/>
          <p:cNvSpPr txBox="1"/>
          <p:nvPr>
            <p:ph idx="1" type="body"/>
          </p:nvPr>
        </p:nvSpPr>
        <p:spPr>
          <a:xfrm>
            <a:off x="623400" y="2304950"/>
            <a:ext cx="17041200" cy="6832800"/>
          </a:xfrm>
          <a:prstGeom prst="rect">
            <a:avLst/>
          </a:prstGeom>
        </p:spPr>
        <p:txBody>
          <a:bodyPr anchorCtr="0" anchor="t" bIns="182850" lIns="182850" spcFirstLastPara="1" rIns="182850" wrap="square" tIns="182850">
            <a:norm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19" name="Google Shape;19;p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2" name="Google Shape;22;p5"/>
          <p:cNvSpPr txBox="1"/>
          <p:nvPr>
            <p:ph idx="1" type="body"/>
          </p:nvPr>
        </p:nvSpPr>
        <p:spPr>
          <a:xfrm>
            <a:off x="6234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3" name="Google Shape;23;p5"/>
          <p:cNvSpPr txBox="1"/>
          <p:nvPr>
            <p:ph idx="2" type="body"/>
          </p:nvPr>
        </p:nvSpPr>
        <p:spPr>
          <a:xfrm>
            <a:off x="96648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4" name="Google Shape;24;p5"/>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7" name="Google Shape;27;p6"/>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623400" y="1111200"/>
            <a:ext cx="5616000" cy="1511400"/>
          </a:xfrm>
          <a:prstGeom prst="rect">
            <a:avLst/>
          </a:prstGeom>
        </p:spPr>
        <p:txBody>
          <a:bodyPr anchorCtr="0" anchor="b" bIns="182850" lIns="182850" spcFirstLastPara="1" rIns="182850" wrap="square" tIns="18285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0" name="Google Shape;30;p7"/>
          <p:cNvSpPr txBox="1"/>
          <p:nvPr>
            <p:ph idx="1" type="body"/>
          </p:nvPr>
        </p:nvSpPr>
        <p:spPr>
          <a:xfrm>
            <a:off x="623400" y="2779200"/>
            <a:ext cx="5616000" cy="63588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1" name="Google Shape;31;p7"/>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980500" y="900300"/>
            <a:ext cx="12735600" cy="8181600"/>
          </a:xfrm>
          <a:prstGeom prst="rect">
            <a:avLst/>
          </a:prstGeom>
        </p:spPr>
        <p:txBody>
          <a:bodyPr anchorCtr="0" anchor="ctr" bIns="182850" lIns="182850" spcFirstLastPara="1" rIns="182850" wrap="square" tIns="182850">
            <a:normAutofit/>
          </a:bodyPr>
          <a:lstStyle>
            <a:lvl1pPr lvl="0">
              <a:spcBef>
                <a:spcPts val="0"/>
              </a:spcBef>
              <a:spcAft>
                <a:spcPts val="0"/>
              </a:spcAft>
              <a:buSzPts val="9600"/>
              <a:buNone/>
              <a:defRPr sz="96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sp>
        <p:nvSpPr>
          <p:cNvPr id="34" name="Google Shape;34;p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9144000" y="-250"/>
            <a:ext cx="9144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531000" y="2466350"/>
            <a:ext cx="8090400" cy="29646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8400"/>
              <a:buNone/>
              <a:defRPr sz="8400"/>
            </a:lvl1pPr>
            <a:lvl2pPr lvl="1" algn="ctr">
              <a:spcBef>
                <a:spcPts val="0"/>
              </a:spcBef>
              <a:spcAft>
                <a:spcPts val="0"/>
              </a:spcAft>
              <a:buSzPts val="8400"/>
              <a:buNone/>
              <a:defRPr sz="8400"/>
            </a:lvl2pPr>
            <a:lvl3pPr lvl="2" algn="ctr">
              <a:spcBef>
                <a:spcPts val="0"/>
              </a:spcBef>
              <a:spcAft>
                <a:spcPts val="0"/>
              </a:spcAft>
              <a:buSzPts val="8400"/>
              <a:buNone/>
              <a:defRPr sz="8400"/>
            </a:lvl3pPr>
            <a:lvl4pPr lvl="3" algn="ctr">
              <a:spcBef>
                <a:spcPts val="0"/>
              </a:spcBef>
              <a:spcAft>
                <a:spcPts val="0"/>
              </a:spcAft>
              <a:buSzPts val="8400"/>
              <a:buNone/>
              <a:defRPr sz="8400"/>
            </a:lvl4pPr>
            <a:lvl5pPr lvl="4" algn="ctr">
              <a:spcBef>
                <a:spcPts val="0"/>
              </a:spcBef>
              <a:spcAft>
                <a:spcPts val="0"/>
              </a:spcAft>
              <a:buSzPts val="8400"/>
              <a:buNone/>
              <a:defRPr sz="8400"/>
            </a:lvl5pPr>
            <a:lvl6pPr lvl="5" algn="ctr">
              <a:spcBef>
                <a:spcPts val="0"/>
              </a:spcBef>
              <a:spcAft>
                <a:spcPts val="0"/>
              </a:spcAft>
              <a:buSzPts val="8400"/>
              <a:buNone/>
              <a:defRPr sz="8400"/>
            </a:lvl6pPr>
            <a:lvl7pPr lvl="6" algn="ctr">
              <a:spcBef>
                <a:spcPts val="0"/>
              </a:spcBef>
              <a:spcAft>
                <a:spcPts val="0"/>
              </a:spcAft>
              <a:buSzPts val="8400"/>
              <a:buNone/>
              <a:defRPr sz="8400"/>
            </a:lvl7pPr>
            <a:lvl8pPr lvl="7" algn="ctr">
              <a:spcBef>
                <a:spcPts val="0"/>
              </a:spcBef>
              <a:spcAft>
                <a:spcPts val="0"/>
              </a:spcAft>
              <a:buSzPts val="8400"/>
              <a:buNone/>
              <a:defRPr sz="8400"/>
            </a:lvl8pPr>
            <a:lvl9pPr lvl="8" algn="ctr">
              <a:spcBef>
                <a:spcPts val="0"/>
              </a:spcBef>
              <a:spcAft>
                <a:spcPts val="0"/>
              </a:spcAft>
              <a:buSzPts val="8400"/>
              <a:buNone/>
              <a:defRPr sz="8400"/>
            </a:lvl9pPr>
          </a:lstStyle>
          <a:p/>
        </p:txBody>
      </p:sp>
      <p:sp>
        <p:nvSpPr>
          <p:cNvPr id="38" name="Google Shape;38;p9"/>
          <p:cNvSpPr txBox="1"/>
          <p:nvPr>
            <p:ph idx="1" type="subTitle"/>
          </p:nvPr>
        </p:nvSpPr>
        <p:spPr>
          <a:xfrm>
            <a:off x="531000" y="5606150"/>
            <a:ext cx="8090400" cy="2470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9"/>
          <p:cNvSpPr txBox="1"/>
          <p:nvPr>
            <p:ph idx="2" type="body"/>
          </p:nvPr>
        </p:nvSpPr>
        <p:spPr>
          <a:xfrm>
            <a:off x="9879000" y="1448150"/>
            <a:ext cx="7674000" cy="7390200"/>
          </a:xfrm>
          <a:prstGeom prst="rect">
            <a:avLst/>
          </a:prstGeom>
        </p:spPr>
        <p:txBody>
          <a:bodyPr anchorCtr="0" anchor="ctr" bIns="182850" lIns="182850" spcFirstLastPara="1" rIns="182850" wrap="square" tIns="182850">
            <a:norm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40" name="Google Shape;40;p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623400" y="8461150"/>
            <a:ext cx="11997600" cy="1210200"/>
          </a:xfrm>
          <a:prstGeom prst="rect">
            <a:avLst/>
          </a:prstGeom>
        </p:spPr>
        <p:txBody>
          <a:bodyPr anchorCtr="0" anchor="ctr" bIns="182850" lIns="182850" spcFirstLastPara="1" rIns="182850" wrap="square" tIns="182850">
            <a:normAutofit/>
          </a:bodyPr>
          <a:lstStyle>
            <a:lvl1pPr indent="-228600" lvl="0" marL="457200">
              <a:lnSpc>
                <a:spcPct val="100000"/>
              </a:lnSpc>
              <a:spcBef>
                <a:spcPts val="0"/>
              </a:spcBef>
              <a:spcAft>
                <a:spcPts val="0"/>
              </a:spcAft>
              <a:buSzPts val="3600"/>
              <a:buNone/>
              <a:defRPr/>
            </a:lvl1pPr>
          </a:lstStyle>
          <a:p/>
        </p:txBody>
      </p:sp>
      <p:sp>
        <p:nvSpPr>
          <p:cNvPr id="43" name="Google Shape;43;p1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623400" y="2212250"/>
            <a:ext cx="17041200" cy="39270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24000"/>
              <a:buNone/>
              <a:defRPr sz="24000"/>
            </a:lvl1pPr>
            <a:lvl2pPr lvl="1" algn="ctr">
              <a:spcBef>
                <a:spcPts val="0"/>
              </a:spcBef>
              <a:spcAft>
                <a:spcPts val="0"/>
              </a:spcAft>
              <a:buSzPts val="24000"/>
              <a:buNone/>
              <a:defRPr sz="24000"/>
            </a:lvl2pPr>
            <a:lvl3pPr lvl="2" algn="ctr">
              <a:spcBef>
                <a:spcPts val="0"/>
              </a:spcBef>
              <a:spcAft>
                <a:spcPts val="0"/>
              </a:spcAft>
              <a:buSzPts val="24000"/>
              <a:buNone/>
              <a:defRPr sz="24000"/>
            </a:lvl3pPr>
            <a:lvl4pPr lvl="3" algn="ctr">
              <a:spcBef>
                <a:spcPts val="0"/>
              </a:spcBef>
              <a:spcAft>
                <a:spcPts val="0"/>
              </a:spcAft>
              <a:buSzPts val="24000"/>
              <a:buNone/>
              <a:defRPr sz="24000"/>
            </a:lvl4pPr>
            <a:lvl5pPr lvl="4" algn="ctr">
              <a:spcBef>
                <a:spcPts val="0"/>
              </a:spcBef>
              <a:spcAft>
                <a:spcPts val="0"/>
              </a:spcAft>
              <a:buSzPts val="24000"/>
              <a:buNone/>
              <a:defRPr sz="24000"/>
            </a:lvl5pPr>
            <a:lvl6pPr lvl="5" algn="ctr">
              <a:spcBef>
                <a:spcPts val="0"/>
              </a:spcBef>
              <a:spcAft>
                <a:spcPts val="0"/>
              </a:spcAft>
              <a:buSzPts val="24000"/>
              <a:buNone/>
              <a:defRPr sz="24000"/>
            </a:lvl6pPr>
            <a:lvl7pPr lvl="6" algn="ctr">
              <a:spcBef>
                <a:spcPts val="0"/>
              </a:spcBef>
              <a:spcAft>
                <a:spcPts val="0"/>
              </a:spcAft>
              <a:buSzPts val="24000"/>
              <a:buNone/>
              <a:defRPr sz="24000"/>
            </a:lvl7pPr>
            <a:lvl8pPr lvl="7" algn="ctr">
              <a:spcBef>
                <a:spcPts val="0"/>
              </a:spcBef>
              <a:spcAft>
                <a:spcPts val="0"/>
              </a:spcAft>
              <a:buSzPts val="24000"/>
              <a:buNone/>
              <a:defRPr sz="24000"/>
            </a:lvl8pPr>
            <a:lvl9pPr lvl="8" algn="ctr">
              <a:spcBef>
                <a:spcPts val="0"/>
              </a:spcBef>
              <a:spcAft>
                <a:spcPts val="0"/>
              </a:spcAft>
              <a:buSzPts val="24000"/>
              <a:buNone/>
              <a:defRPr sz="24000"/>
            </a:lvl9pPr>
          </a:lstStyle>
          <a:p>
            <a:r>
              <a:t>xx%</a:t>
            </a:r>
          </a:p>
        </p:txBody>
      </p:sp>
      <p:sp>
        <p:nvSpPr>
          <p:cNvPr id="46" name="Google Shape;46;p11"/>
          <p:cNvSpPr txBox="1"/>
          <p:nvPr>
            <p:ph idx="1" type="body"/>
          </p:nvPr>
        </p:nvSpPr>
        <p:spPr>
          <a:xfrm>
            <a:off x="623400" y="6304450"/>
            <a:ext cx="17041200" cy="2601600"/>
          </a:xfrm>
          <a:prstGeom prst="rect">
            <a:avLst/>
          </a:prstGeom>
        </p:spPr>
        <p:txBody>
          <a:bodyPr anchorCtr="0" anchor="t" bIns="182850" lIns="182850" spcFirstLastPara="1" rIns="182850" wrap="square" tIns="182850">
            <a:normAutofit/>
          </a:bodyPr>
          <a:lstStyle>
            <a:lvl1pPr indent="-457200" lvl="0" marL="457200" algn="ctr">
              <a:spcBef>
                <a:spcPts val="0"/>
              </a:spcBef>
              <a:spcAft>
                <a:spcPts val="0"/>
              </a:spcAft>
              <a:buSzPts val="3600"/>
              <a:buChar char="●"/>
              <a:defRPr/>
            </a:lvl1pPr>
            <a:lvl2pPr indent="-406400" lvl="1" marL="914400" algn="ctr">
              <a:spcBef>
                <a:spcPts val="0"/>
              </a:spcBef>
              <a:spcAft>
                <a:spcPts val="0"/>
              </a:spcAft>
              <a:buSzPts val="2800"/>
              <a:buChar char="○"/>
              <a:defRPr/>
            </a:lvl2pPr>
            <a:lvl3pPr indent="-406400" lvl="2" marL="1371600" algn="ctr">
              <a:spcBef>
                <a:spcPts val="0"/>
              </a:spcBef>
              <a:spcAft>
                <a:spcPts val="0"/>
              </a:spcAft>
              <a:buSzPts val="2800"/>
              <a:buChar char="■"/>
              <a:defRPr/>
            </a:lvl3pPr>
            <a:lvl4pPr indent="-406400" lvl="3" marL="1828800" algn="ctr">
              <a:spcBef>
                <a:spcPts val="0"/>
              </a:spcBef>
              <a:spcAft>
                <a:spcPts val="0"/>
              </a:spcAft>
              <a:buSzPts val="2800"/>
              <a:buChar char="●"/>
              <a:defRPr/>
            </a:lvl4pPr>
            <a:lvl5pPr indent="-406400" lvl="4" marL="2286000" algn="ctr">
              <a:spcBef>
                <a:spcPts val="0"/>
              </a:spcBef>
              <a:spcAft>
                <a:spcPts val="0"/>
              </a:spcAft>
              <a:buSzPts val="2800"/>
              <a:buChar char="○"/>
              <a:defRPr/>
            </a:lvl5pPr>
            <a:lvl6pPr indent="-406400" lvl="5" marL="2743200" algn="ctr">
              <a:spcBef>
                <a:spcPts val="0"/>
              </a:spcBef>
              <a:spcAft>
                <a:spcPts val="0"/>
              </a:spcAft>
              <a:buSzPts val="2800"/>
              <a:buChar char="■"/>
              <a:defRPr/>
            </a:lvl6pPr>
            <a:lvl7pPr indent="-406400" lvl="6" marL="3200400" algn="ctr">
              <a:spcBef>
                <a:spcPts val="0"/>
              </a:spcBef>
              <a:spcAft>
                <a:spcPts val="0"/>
              </a:spcAft>
              <a:buSzPts val="2800"/>
              <a:buChar char="●"/>
              <a:defRPr/>
            </a:lvl7pPr>
            <a:lvl8pPr indent="-406400" lvl="7" marL="3657600" algn="ctr">
              <a:spcBef>
                <a:spcPts val="0"/>
              </a:spcBef>
              <a:spcAft>
                <a:spcPts val="0"/>
              </a:spcAft>
              <a:buSzPts val="2800"/>
              <a:buChar char="○"/>
              <a:defRPr/>
            </a:lvl8pPr>
            <a:lvl9pPr indent="-406400" lvl="8" marL="4114800" algn="ctr">
              <a:spcBef>
                <a:spcPts val="0"/>
              </a:spcBef>
              <a:spcAft>
                <a:spcPts val="0"/>
              </a:spcAft>
              <a:buSzPts val="2800"/>
              <a:buChar char="■"/>
              <a:defRPr/>
            </a:lvl9pPr>
          </a:lstStyle>
          <a:p/>
        </p:txBody>
      </p:sp>
      <p:sp>
        <p:nvSpPr>
          <p:cNvPr id="47" name="Google Shape;47;p11"/>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layout" type="title">
  <p:cSld name="TITLE">
    <p:spTree>
      <p:nvGrpSpPr>
        <p:cNvPr id="55" name="Shape 55"/>
        <p:cNvGrpSpPr/>
        <p:nvPr/>
      </p:nvGrpSpPr>
      <p:grpSpPr>
        <a:xfrm>
          <a:off x="0" y="0"/>
          <a:ext cx="0" cy="0"/>
          <a:chOff x="0" y="0"/>
          <a:chExt cx="0" cy="0"/>
        </a:xfrm>
      </p:grpSpPr>
      <p:sp>
        <p:nvSpPr>
          <p:cNvPr id="56" name="Google Shape;56;p14"/>
          <p:cNvSpPr/>
          <p:nvPr>
            <p:ph idx="2" type="pic"/>
          </p:nvPr>
        </p:nvSpPr>
        <p:spPr>
          <a:xfrm>
            <a:off x="10068550" y="453000"/>
            <a:ext cx="7766400" cy="9381000"/>
          </a:xfrm>
          <a:prstGeom prst="rect">
            <a:avLst/>
          </a:prstGeom>
          <a:noFill/>
          <a:ln cap="flat" cmpd="sng" w="9525">
            <a:solidFill>
              <a:schemeClr val="dk1"/>
            </a:solidFill>
            <a:prstDash val="solid"/>
            <a:round/>
            <a:headEnd len="sm" w="sm" type="none"/>
            <a:tailEnd len="sm" w="sm" type="none"/>
          </a:ln>
        </p:spPr>
      </p:sp>
      <p:sp>
        <p:nvSpPr>
          <p:cNvPr id="57" name="Google Shape;57;p14"/>
          <p:cNvSpPr/>
          <p:nvPr>
            <p:ph idx="3" type="pic"/>
          </p:nvPr>
        </p:nvSpPr>
        <p:spPr>
          <a:xfrm>
            <a:off x="453050" y="5951500"/>
            <a:ext cx="8917800" cy="3882600"/>
          </a:xfrm>
          <a:prstGeom prst="rect">
            <a:avLst/>
          </a:prstGeom>
          <a:noFill/>
          <a:ln>
            <a:noFill/>
          </a:ln>
        </p:spPr>
      </p:sp>
      <p:sp>
        <p:nvSpPr>
          <p:cNvPr id="58" name="Google Shape;58;p1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4"/>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0" name="Google Shape;60;p14"/>
          <p:cNvSpPr txBox="1"/>
          <p:nvPr>
            <p:ph idx="4" type="title"/>
          </p:nvPr>
        </p:nvSpPr>
        <p:spPr>
          <a:xfrm>
            <a:off x="6076250"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SzPts val="1200"/>
              <a:buNone/>
              <a:defRPr b="0" sz="1200"/>
            </a:lvl1pPr>
            <a:lvl2pPr lvl="1" algn="r">
              <a:spcBef>
                <a:spcPts val="0"/>
              </a:spcBef>
              <a:spcAft>
                <a:spcPts val="0"/>
              </a:spcAft>
              <a:buSzPts val="5600"/>
              <a:buNone/>
              <a:defRPr/>
            </a:lvl2pPr>
            <a:lvl3pPr lvl="2" algn="r">
              <a:spcBef>
                <a:spcPts val="0"/>
              </a:spcBef>
              <a:spcAft>
                <a:spcPts val="0"/>
              </a:spcAft>
              <a:buSzPts val="5600"/>
              <a:buNone/>
              <a:defRPr/>
            </a:lvl3pPr>
            <a:lvl4pPr lvl="3" algn="r">
              <a:spcBef>
                <a:spcPts val="0"/>
              </a:spcBef>
              <a:spcAft>
                <a:spcPts val="0"/>
              </a:spcAft>
              <a:buSzPts val="5600"/>
              <a:buNone/>
              <a:defRPr/>
            </a:lvl4pPr>
            <a:lvl5pPr lvl="4" algn="r">
              <a:spcBef>
                <a:spcPts val="0"/>
              </a:spcBef>
              <a:spcAft>
                <a:spcPts val="0"/>
              </a:spcAft>
              <a:buSzPts val="5600"/>
              <a:buNone/>
              <a:defRPr/>
            </a:lvl5pPr>
            <a:lvl6pPr lvl="5" algn="r">
              <a:spcBef>
                <a:spcPts val="0"/>
              </a:spcBef>
              <a:spcAft>
                <a:spcPts val="0"/>
              </a:spcAft>
              <a:buSzPts val="5600"/>
              <a:buNone/>
              <a:defRPr/>
            </a:lvl6pPr>
            <a:lvl7pPr lvl="6" algn="r">
              <a:spcBef>
                <a:spcPts val="0"/>
              </a:spcBef>
              <a:spcAft>
                <a:spcPts val="0"/>
              </a:spcAft>
              <a:buSzPts val="5600"/>
              <a:buNone/>
              <a:defRPr/>
            </a:lvl7pPr>
            <a:lvl8pPr lvl="7" algn="r">
              <a:spcBef>
                <a:spcPts val="0"/>
              </a:spcBef>
              <a:spcAft>
                <a:spcPts val="0"/>
              </a:spcAft>
              <a:buSzPts val="5600"/>
              <a:buNone/>
              <a:defRPr/>
            </a:lvl8pPr>
            <a:lvl9pPr lvl="8" algn="r">
              <a:spcBef>
                <a:spcPts val="0"/>
              </a:spcBef>
              <a:spcAft>
                <a:spcPts val="0"/>
              </a:spcAft>
              <a:buSzPts val="56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with details">
  <p:cSld name="TITLE_1">
    <p:spTree>
      <p:nvGrpSpPr>
        <p:cNvPr id="61" name="Shape 61"/>
        <p:cNvGrpSpPr/>
        <p:nvPr/>
      </p:nvGrpSpPr>
      <p:grpSpPr>
        <a:xfrm>
          <a:off x="0" y="0"/>
          <a:ext cx="0" cy="0"/>
          <a:chOff x="0" y="0"/>
          <a:chExt cx="0" cy="0"/>
        </a:xfrm>
      </p:grpSpPr>
      <p:sp>
        <p:nvSpPr>
          <p:cNvPr id="62" name="Google Shape;62;p15"/>
          <p:cNvSpPr/>
          <p:nvPr>
            <p:ph idx="2" type="pic"/>
          </p:nvPr>
        </p:nvSpPr>
        <p:spPr>
          <a:xfrm>
            <a:off x="10068550" y="453000"/>
            <a:ext cx="7766400" cy="9381000"/>
          </a:xfrm>
          <a:prstGeom prst="rect">
            <a:avLst/>
          </a:prstGeom>
          <a:noFill/>
          <a:ln cap="flat" cmpd="sng" w="9525">
            <a:solidFill>
              <a:schemeClr val="dk1"/>
            </a:solidFill>
            <a:prstDash val="solid"/>
            <a:round/>
            <a:headEnd len="sm" w="sm" type="none"/>
            <a:tailEnd len="sm" w="sm" type="none"/>
          </a:ln>
        </p:spPr>
      </p:sp>
      <p:sp>
        <p:nvSpPr>
          <p:cNvPr id="63" name="Google Shape;63;p15"/>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4" name="Google Shape;64;p15"/>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5" name="Google Shape;65;p15"/>
          <p:cNvSpPr txBox="1"/>
          <p:nvPr>
            <p:ph idx="3" type="title"/>
          </p:nvPr>
        </p:nvSpPr>
        <p:spPr>
          <a:xfrm>
            <a:off x="6076250"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SzPts val="1200"/>
              <a:buNone/>
              <a:defRPr b="0" sz="1200"/>
            </a:lvl1pPr>
            <a:lvl2pPr lvl="1" algn="r">
              <a:spcBef>
                <a:spcPts val="0"/>
              </a:spcBef>
              <a:spcAft>
                <a:spcPts val="0"/>
              </a:spcAft>
              <a:buSzPts val="5600"/>
              <a:buNone/>
              <a:defRPr/>
            </a:lvl2pPr>
            <a:lvl3pPr lvl="2" algn="r">
              <a:spcBef>
                <a:spcPts val="0"/>
              </a:spcBef>
              <a:spcAft>
                <a:spcPts val="0"/>
              </a:spcAft>
              <a:buSzPts val="5600"/>
              <a:buNone/>
              <a:defRPr/>
            </a:lvl3pPr>
            <a:lvl4pPr lvl="3" algn="r">
              <a:spcBef>
                <a:spcPts val="0"/>
              </a:spcBef>
              <a:spcAft>
                <a:spcPts val="0"/>
              </a:spcAft>
              <a:buSzPts val="5600"/>
              <a:buNone/>
              <a:defRPr/>
            </a:lvl4pPr>
            <a:lvl5pPr lvl="4" algn="r">
              <a:spcBef>
                <a:spcPts val="0"/>
              </a:spcBef>
              <a:spcAft>
                <a:spcPts val="0"/>
              </a:spcAft>
              <a:buSzPts val="5600"/>
              <a:buNone/>
              <a:defRPr/>
            </a:lvl5pPr>
            <a:lvl6pPr lvl="5" algn="r">
              <a:spcBef>
                <a:spcPts val="0"/>
              </a:spcBef>
              <a:spcAft>
                <a:spcPts val="0"/>
              </a:spcAft>
              <a:buSzPts val="5600"/>
              <a:buNone/>
              <a:defRPr/>
            </a:lvl6pPr>
            <a:lvl7pPr lvl="6" algn="r">
              <a:spcBef>
                <a:spcPts val="0"/>
              </a:spcBef>
              <a:spcAft>
                <a:spcPts val="0"/>
              </a:spcAft>
              <a:buSzPts val="5600"/>
              <a:buNone/>
              <a:defRPr/>
            </a:lvl7pPr>
            <a:lvl8pPr lvl="7" algn="r">
              <a:spcBef>
                <a:spcPts val="0"/>
              </a:spcBef>
              <a:spcAft>
                <a:spcPts val="0"/>
              </a:spcAft>
              <a:buSzPts val="5600"/>
              <a:buNone/>
              <a:defRPr/>
            </a:lvl8pPr>
            <a:lvl9pPr lvl="8" algn="r">
              <a:spcBef>
                <a:spcPts val="0"/>
              </a:spcBef>
              <a:spcAft>
                <a:spcPts val="0"/>
              </a:spcAft>
              <a:buSzPts val="5600"/>
              <a:buNone/>
              <a:defRPr/>
            </a:lvl9pPr>
          </a:lstStyle>
          <a:p/>
        </p:txBody>
      </p:sp>
      <p:sp>
        <p:nvSpPr>
          <p:cNvPr id="66" name="Google Shape;66;p15"/>
          <p:cNvSpPr txBox="1"/>
          <p:nvPr>
            <p:ph idx="4" type="title"/>
          </p:nvPr>
        </p:nvSpPr>
        <p:spPr>
          <a:xfrm>
            <a:off x="453050" y="1261250"/>
            <a:ext cx="8917800" cy="4177800"/>
          </a:xfrm>
          <a:prstGeom prst="rect">
            <a:avLst/>
          </a:prstGeom>
        </p:spPr>
        <p:txBody>
          <a:bodyPr anchorCtr="0" anchor="t" bIns="182850" lIns="182850" spcFirstLastPara="1" rIns="182850" wrap="square" tIns="182850">
            <a:noAutofit/>
          </a:bodyPr>
          <a:lstStyle>
            <a:lvl1pPr lvl="0">
              <a:lnSpc>
                <a:spcPct val="80000"/>
              </a:lnSpc>
              <a:spcBef>
                <a:spcPts val="0"/>
              </a:spcBef>
              <a:spcAft>
                <a:spcPts val="0"/>
              </a:spcAft>
              <a:buSzPts val="14600"/>
              <a:buNone/>
              <a:defRPr sz="14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7" name="Google Shape;67;p15"/>
          <p:cNvSpPr txBox="1"/>
          <p:nvPr>
            <p:ph idx="1" type="body"/>
          </p:nvPr>
        </p:nvSpPr>
        <p:spPr>
          <a:xfrm>
            <a:off x="533400" y="8198050"/>
            <a:ext cx="8917800" cy="1695000"/>
          </a:xfrm>
          <a:prstGeom prst="rect">
            <a:avLst/>
          </a:prstGeom>
        </p:spPr>
        <p:txBody>
          <a:bodyPr anchorCtr="0" anchor="b" bIns="182850" lIns="182850" spcFirstLastPara="1" rIns="182850" wrap="square" tIns="182850">
            <a:noAutofit/>
          </a:bodyPr>
          <a:lstStyle>
            <a:lvl1pPr indent="-431800" lvl="0" marL="457200">
              <a:lnSpc>
                <a:spcPct val="90000"/>
              </a:lnSpc>
              <a:spcBef>
                <a:spcPts val="0"/>
              </a:spcBef>
              <a:spcAft>
                <a:spcPts val="0"/>
              </a:spcAft>
              <a:buSzPts val="3200"/>
              <a:buChar char="●"/>
              <a:defRPr sz="3200"/>
            </a:lvl1pPr>
            <a:lvl2pPr indent="-431800" lvl="1" marL="914400">
              <a:lnSpc>
                <a:spcPct val="90000"/>
              </a:lnSpc>
              <a:spcBef>
                <a:spcPts val="0"/>
              </a:spcBef>
              <a:spcAft>
                <a:spcPts val="0"/>
              </a:spcAft>
              <a:buSzPts val="3200"/>
              <a:buChar char="○"/>
              <a:defRPr sz="3200"/>
            </a:lvl2pPr>
            <a:lvl3pPr indent="-431800" lvl="2" marL="1371600">
              <a:lnSpc>
                <a:spcPct val="90000"/>
              </a:lnSpc>
              <a:spcBef>
                <a:spcPts val="0"/>
              </a:spcBef>
              <a:spcAft>
                <a:spcPts val="0"/>
              </a:spcAft>
              <a:buSzPts val="3200"/>
              <a:buChar char="■"/>
              <a:defRPr sz="3200"/>
            </a:lvl3pPr>
            <a:lvl4pPr indent="-431800" lvl="3" marL="1828800">
              <a:lnSpc>
                <a:spcPct val="90000"/>
              </a:lnSpc>
              <a:spcBef>
                <a:spcPts val="0"/>
              </a:spcBef>
              <a:spcAft>
                <a:spcPts val="0"/>
              </a:spcAft>
              <a:buSzPts val="3200"/>
              <a:buChar char="●"/>
              <a:defRPr sz="3200"/>
            </a:lvl4pPr>
            <a:lvl5pPr indent="-431800" lvl="4" marL="2286000">
              <a:lnSpc>
                <a:spcPct val="90000"/>
              </a:lnSpc>
              <a:spcBef>
                <a:spcPts val="0"/>
              </a:spcBef>
              <a:spcAft>
                <a:spcPts val="0"/>
              </a:spcAft>
              <a:buSzPts val="3200"/>
              <a:buChar char="○"/>
              <a:defRPr sz="3200"/>
            </a:lvl5pPr>
            <a:lvl6pPr indent="-431800" lvl="5" marL="2743200">
              <a:lnSpc>
                <a:spcPct val="90000"/>
              </a:lnSpc>
              <a:spcBef>
                <a:spcPts val="0"/>
              </a:spcBef>
              <a:spcAft>
                <a:spcPts val="0"/>
              </a:spcAft>
              <a:buSzPts val="3200"/>
              <a:buChar char="■"/>
              <a:defRPr sz="3200"/>
            </a:lvl6pPr>
            <a:lvl7pPr indent="-431800" lvl="6" marL="3200400">
              <a:lnSpc>
                <a:spcPct val="90000"/>
              </a:lnSpc>
              <a:spcBef>
                <a:spcPts val="0"/>
              </a:spcBef>
              <a:spcAft>
                <a:spcPts val="0"/>
              </a:spcAft>
              <a:buSzPts val="3200"/>
              <a:buChar char="●"/>
              <a:defRPr sz="3200"/>
            </a:lvl7pPr>
            <a:lvl8pPr indent="-431800" lvl="7" marL="3657600">
              <a:lnSpc>
                <a:spcPct val="90000"/>
              </a:lnSpc>
              <a:spcBef>
                <a:spcPts val="0"/>
              </a:spcBef>
              <a:spcAft>
                <a:spcPts val="0"/>
              </a:spcAft>
              <a:buSzPts val="3200"/>
              <a:buChar char="○"/>
              <a:defRPr sz="3200"/>
            </a:lvl8pPr>
            <a:lvl9pPr indent="-431800" lvl="8" marL="4114800">
              <a:lnSpc>
                <a:spcPct val="90000"/>
              </a:lnSpc>
              <a:spcBef>
                <a:spcPts val="0"/>
              </a:spcBef>
              <a:spcAft>
                <a:spcPts val="0"/>
              </a:spcAft>
              <a:buSzPts val="3200"/>
              <a:buChar char="■"/>
              <a:defRPr sz="32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1_2">
    <p:spTree>
      <p:nvGrpSpPr>
        <p:cNvPr id="68" name="Shape 68"/>
        <p:cNvGrpSpPr/>
        <p:nvPr/>
      </p:nvGrpSpPr>
      <p:grpSpPr>
        <a:xfrm>
          <a:off x="0" y="0"/>
          <a:ext cx="0" cy="0"/>
          <a:chOff x="0" y="0"/>
          <a:chExt cx="0" cy="0"/>
        </a:xfrm>
      </p:grpSpPr>
      <p:sp>
        <p:nvSpPr>
          <p:cNvPr id="69" name="Google Shape;69;p16"/>
          <p:cNvSpPr/>
          <p:nvPr>
            <p:ph idx="2" type="pic"/>
          </p:nvPr>
        </p:nvSpPr>
        <p:spPr>
          <a:xfrm>
            <a:off x="10068550" y="453000"/>
            <a:ext cx="7766400" cy="9381000"/>
          </a:xfrm>
          <a:prstGeom prst="rect">
            <a:avLst/>
          </a:prstGeom>
          <a:noFill/>
          <a:ln cap="flat" cmpd="sng" w="9525">
            <a:solidFill>
              <a:schemeClr val="dk1"/>
            </a:solidFill>
            <a:prstDash val="solid"/>
            <a:round/>
            <a:headEnd len="sm" w="sm" type="none"/>
            <a:tailEnd len="sm" w="sm" type="none"/>
          </a:ln>
        </p:spPr>
      </p:sp>
      <p:sp>
        <p:nvSpPr>
          <p:cNvPr id="70" name="Google Shape;70;p16"/>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1" name="Google Shape;71;p16"/>
          <p:cNvSpPr txBox="1"/>
          <p:nvPr>
            <p:ph type="title"/>
          </p:nvPr>
        </p:nvSpPr>
        <p:spPr>
          <a:xfrm>
            <a:off x="453050" y="1261250"/>
            <a:ext cx="8917800" cy="4177800"/>
          </a:xfrm>
          <a:prstGeom prst="rect">
            <a:avLst/>
          </a:prstGeom>
        </p:spPr>
        <p:txBody>
          <a:bodyPr anchorCtr="0" anchor="t" bIns="182850" lIns="182850" spcFirstLastPara="1" rIns="182850" wrap="square" tIns="182850">
            <a:noAutofit/>
          </a:bodyPr>
          <a:lstStyle>
            <a:lvl1pPr lvl="0">
              <a:lnSpc>
                <a:spcPct val="80000"/>
              </a:lnSpc>
              <a:spcBef>
                <a:spcPts val="0"/>
              </a:spcBef>
              <a:spcAft>
                <a:spcPts val="0"/>
              </a:spcAft>
              <a:buSzPts val="14600"/>
              <a:buNone/>
              <a:defRPr sz="14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1_1">
    <p:spTree>
      <p:nvGrpSpPr>
        <p:cNvPr id="72" name="Shape 72"/>
        <p:cNvGrpSpPr/>
        <p:nvPr/>
      </p:nvGrpSpPr>
      <p:grpSpPr>
        <a:xfrm>
          <a:off x="0" y="0"/>
          <a:ext cx="0" cy="0"/>
          <a:chOff x="0" y="0"/>
          <a:chExt cx="0" cy="0"/>
        </a:xfrm>
      </p:grpSpPr>
      <p:sp>
        <p:nvSpPr>
          <p:cNvPr id="73" name="Google Shape;73;p17"/>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4" name="Google Shape;74;p17"/>
          <p:cNvSpPr txBox="1"/>
          <p:nvPr>
            <p:ph type="title"/>
          </p:nvPr>
        </p:nvSpPr>
        <p:spPr>
          <a:xfrm>
            <a:off x="453050" y="1261250"/>
            <a:ext cx="8917800" cy="4177800"/>
          </a:xfrm>
          <a:prstGeom prst="rect">
            <a:avLst/>
          </a:prstGeom>
        </p:spPr>
        <p:txBody>
          <a:bodyPr anchorCtr="0" anchor="t" bIns="182850" lIns="182850" spcFirstLastPara="1" rIns="182850" wrap="square" tIns="182850">
            <a:noAutofit/>
          </a:bodyPr>
          <a:lstStyle>
            <a:lvl1pPr lvl="0">
              <a:lnSpc>
                <a:spcPct val="80000"/>
              </a:lnSpc>
              <a:spcBef>
                <a:spcPts val="0"/>
              </a:spcBef>
              <a:spcAft>
                <a:spcPts val="0"/>
              </a:spcAft>
              <a:buSzPts val="14600"/>
              <a:buNone/>
              <a:defRPr sz="14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5" name="Google Shape;75;p17"/>
          <p:cNvSpPr txBox="1"/>
          <p:nvPr>
            <p:ph idx="1" type="body"/>
          </p:nvPr>
        </p:nvSpPr>
        <p:spPr>
          <a:xfrm>
            <a:off x="453050" y="5715250"/>
            <a:ext cx="8917800" cy="4177800"/>
          </a:xfrm>
          <a:prstGeom prst="rect">
            <a:avLst/>
          </a:prstGeom>
        </p:spPr>
        <p:txBody>
          <a:bodyPr anchorCtr="0" anchor="b" bIns="182850" lIns="182850" spcFirstLastPara="1" rIns="182850" wrap="square" tIns="182850">
            <a:noAutofit/>
          </a:bodyPr>
          <a:lstStyle>
            <a:lvl1pPr indent="-431800" lvl="0" marL="457200">
              <a:lnSpc>
                <a:spcPct val="90000"/>
              </a:lnSpc>
              <a:spcBef>
                <a:spcPts val="0"/>
              </a:spcBef>
              <a:spcAft>
                <a:spcPts val="0"/>
              </a:spcAft>
              <a:buSzPts val="3200"/>
              <a:buChar char="●"/>
              <a:defRPr sz="3200"/>
            </a:lvl1pPr>
            <a:lvl2pPr indent="-431800" lvl="1" marL="914400">
              <a:lnSpc>
                <a:spcPct val="90000"/>
              </a:lnSpc>
              <a:spcBef>
                <a:spcPts val="0"/>
              </a:spcBef>
              <a:spcAft>
                <a:spcPts val="0"/>
              </a:spcAft>
              <a:buSzPts val="3200"/>
              <a:buChar char="○"/>
              <a:defRPr sz="3200"/>
            </a:lvl2pPr>
            <a:lvl3pPr indent="-431800" lvl="2" marL="1371600">
              <a:lnSpc>
                <a:spcPct val="90000"/>
              </a:lnSpc>
              <a:spcBef>
                <a:spcPts val="0"/>
              </a:spcBef>
              <a:spcAft>
                <a:spcPts val="0"/>
              </a:spcAft>
              <a:buSzPts val="3200"/>
              <a:buChar char="■"/>
              <a:defRPr sz="3200"/>
            </a:lvl3pPr>
            <a:lvl4pPr indent="-431800" lvl="3" marL="1828800">
              <a:lnSpc>
                <a:spcPct val="90000"/>
              </a:lnSpc>
              <a:spcBef>
                <a:spcPts val="0"/>
              </a:spcBef>
              <a:spcAft>
                <a:spcPts val="0"/>
              </a:spcAft>
              <a:buSzPts val="3200"/>
              <a:buChar char="●"/>
              <a:defRPr sz="3200"/>
            </a:lvl4pPr>
            <a:lvl5pPr indent="-431800" lvl="4" marL="2286000">
              <a:lnSpc>
                <a:spcPct val="90000"/>
              </a:lnSpc>
              <a:spcBef>
                <a:spcPts val="0"/>
              </a:spcBef>
              <a:spcAft>
                <a:spcPts val="0"/>
              </a:spcAft>
              <a:buSzPts val="3200"/>
              <a:buChar char="○"/>
              <a:defRPr sz="3200"/>
            </a:lvl5pPr>
            <a:lvl6pPr indent="-431800" lvl="5" marL="2743200">
              <a:lnSpc>
                <a:spcPct val="90000"/>
              </a:lnSpc>
              <a:spcBef>
                <a:spcPts val="0"/>
              </a:spcBef>
              <a:spcAft>
                <a:spcPts val="0"/>
              </a:spcAft>
              <a:buSzPts val="3200"/>
              <a:buChar char="■"/>
              <a:defRPr sz="3200"/>
            </a:lvl6pPr>
            <a:lvl7pPr indent="-431800" lvl="6" marL="3200400">
              <a:lnSpc>
                <a:spcPct val="90000"/>
              </a:lnSpc>
              <a:spcBef>
                <a:spcPts val="0"/>
              </a:spcBef>
              <a:spcAft>
                <a:spcPts val="0"/>
              </a:spcAft>
              <a:buSzPts val="3200"/>
              <a:buChar char="●"/>
              <a:defRPr sz="3200"/>
            </a:lvl7pPr>
            <a:lvl8pPr indent="-431800" lvl="7" marL="3657600">
              <a:lnSpc>
                <a:spcPct val="90000"/>
              </a:lnSpc>
              <a:spcBef>
                <a:spcPts val="0"/>
              </a:spcBef>
              <a:spcAft>
                <a:spcPts val="0"/>
              </a:spcAft>
              <a:buSzPts val="3200"/>
              <a:buChar char="○"/>
              <a:defRPr sz="3200"/>
            </a:lvl8pPr>
            <a:lvl9pPr indent="-431800" lvl="8" marL="4114800">
              <a:lnSpc>
                <a:spcPct val="90000"/>
              </a:lnSpc>
              <a:spcBef>
                <a:spcPts val="0"/>
              </a:spcBef>
              <a:spcAft>
                <a:spcPts val="0"/>
              </a:spcAft>
              <a:buSzPts val="3200"/>
              <a:buChar char="■"/>
              <a:defRPr sz="3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spTree>
      <p:nvGrpSpPr>
        <p:cNvPr id="76" name="Shape 76"/>
        <p:cNvGrpSpPr/>
        <p:nvPr/>
      </p:nvGrpSpPr>
      <p:grpSpPr>
        <a:xfrm>
          <a:off x="0" y="0"/>
          <a:ext cx="0" cy="0"/>
          <a:chOff x="0" y="0"/>
          <a:chExt cx="0" cy="0"/>
        </a:xfrm>
      </p:grpSpPr>
      <p:sp>
        <p:nvSpPr>
          <p:cNvPr id="77" name="Google Shape;77;p1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8"/>
          <p:cNvSpPr txBox="1"/>
          <p:nvPr>
            <p:ph idx="1" type="body"/>
          </p:nvPr>
        </p:nvSpPr>
        <p:spPr>
          <a:xfrm>
            <a:off x="12651820" y="5242207"/>
            <a:ext cx="5225400" cy="4402200"/>
          </a:xfrm>
          <a:prstGeom prst="rect">
            <a:avLst/>
          </a:prstGeom>
        </p:spPr>
        <p:txBody>
          <a:bodyPr anchorCtr="0" anchor="ctr" bIns="182850" lIns="182850" spcFirstLastPara="1" rIns="182850" wrap="square" tIns="182850">
            <a:noAutofit/>
          </a:bodyPr>
          <a:lstStyle>
            <a:lvl1pPr indent="-431800" lvl="0" marL="457200" algn="r">
              <a:spcBef>
                <a:spcPts val="0"/>
              </a:spcBef>
              <a:spcAft>
                <a:spcPts val="0"/>
              </a:spcAft>
              <a:buSzPts val="3200"/>
              <a:buFont typeface="Inter Medium"/>
              <a:buChar char="●"/>
              <a:defRPr sz="3200">
                <a:latin typeface="Inter Medium"/>
                <a:ea typeface="Inter Medium"/>
                <a:cs typeface="Inter Medium"/>
                <a:sym typeface="Inter Medium"/>
              </a:defRPr>
            </a:lvl1pPr>
            <a:lvl2pPr indent="-431800" lvl="1" marL="914400" algn="r">
              <a:spcBef>
                <a:spcPts val="0"/>
              </a:spcBef>
              <a:spcAft>
                <a:spcPts val="0"/>
              </a:spcAft>
              <a:buSzPts val="3200"/>
              <a:buFont typeface="Inter Medium"/>
              <a:buChar char="○"/>
              <a:defRPr sz="3200">
                <a:latin typeface="Inter Medium"/>
                <a:ea typeface="Inter Medium"/>
                <a:cs typeface="Inter Medium"/>
                <a:sym typeface="Inter Medium"/>
              </a:defRPr>
            </a:lvl2pPr>
            <a:lvl3pPr indent="-431800" lvl="2" marL="1371600" algn="r">
              <a:spcBef>
                <a:spcPts val="0"/>
              </a:spcBef>
              <a:spcAft>
                <a:spcPts val="0"/>
              </a:spcAft>
              <a:buSzPts val="3200"/>
              <a:buFont typeface="Inter Medium"/>
              <a:buChar char="■"/>
              <a:defRPr sz="3200">
                <a:latin typeface="Inter Medium"/>
                <a:ea typeface="Inter Medium"/>
                <a:cs typeface="Inter Medium"/>
                <a:sym typeface="Inter Medium"/>
              </a:defRPr>
            </a:lvl3pPr>
            <a:lvl4pPr indent="-431800" lvl="3" marL="1828800" algn="r">
              <a:spcBef>
                <a:spcPts val="0"/>
              </a:spcBef>
              <a:spcAft>
                <a:spcPts val="0"/>
              </a:spcAft>
              <a:buSzPts val="3200"/>
              <a:buFont typeface="Inter Medium"/>
              <a:buChar char="●"/>
              <a:defRPr sz="3200">
                <a:latin typeface="Inter Medium"/>
                <a:ea typeface="Inter Medium"/>
                <a:cs typeface="Inter Medium"/>
                <a:sym typeface="Inter Medium"/>
              </a:defRPr>
            </a:lvl4pPr>
            <a:lvl5pPr indent="-431800" lvl="4" marL="2286000" algn="r">
              <a:spcBef>
                <a:spcPts val="0"/>
              </a:spcBef>
              <a:spcAft>
                <a:spcPts val="0"/>
              </a:spcAft>
              <a:buSzPts val="3200"/>
              <a:buFont typeface="Inter Medium"/>
              <a:buChar char="○"/>
              <a:defRPr sz="3200">
                <a:latin typeface="Inter Medium"/>
                <a:ea typeface="Inter Medium"/>
                <a:cs typeface="Inter Medium"/>
                <a:sym typeface="Inter Medium"/>
              </a:defRPr>
            </a:lvl5pPr>
            <a:lvl6pPr indent="-431800" lvl="5" marL="2743200" algn="r">
              <a:spcBef>
                <a:spcPts val="0"/>
              </a:spcBef>
              <a:spcAft>
                <a:spcPts val="0"/>
              </a:spcAft>
              <a:buSzPts val="3200"/>
              <a:buFont typeface="Inter Medium"/>
              <a:buChar char="■"/>
              <a:defRPr sz="3200">
                <a:latin typeface="Inter Medium"/>
                <a:ea typeface="Inter Medium"/>
                <a:cs typeface="Inter Medium"/>
                <a:sym typeface="Inter Medium"/>
              </a:defRPr>
            </a:lvl6pPr>
            <a:lvl7pPr indent="-431800" lvl="6" marL="3200400" algn="r">
              <a:spcBef>
                <a:spcPts val="0"/>
              </a:spcBef>
              <a:spcAft>
                <a:spcPts val="0"/>
              </a:spcAft>
              <a:buSzPts val="3200"/>
              <a:buFont typeface="Inter Medium"/>
              <a:buChar char="●"/>
              <a:defRPr sz="3200">
                <a:latin typeface="Inter Medium"/>
                <a:ea typeface="Inter Medium"/>
                <a:cs typeface="Inter Medium"/>
                <a:sym typeface="Inter Medium"/>
              </a:defRPr>
            </a:lvl7pPr>
            <a:lvl8pPr indent="-431800" lvl="7" marL="3657600" algn="r">
              <a:spcBef>
                <a:spcPts val="0"/>
              </a:spcBef>
              <a:spcAft>
                <a:spcPts val="0"/>
              </a:spcAft>
              <a:buSzPts val="3200"/>
              <a:buFont typeface="Inter Medium"/>
              <a:buChar char="○"/>
              <a:defRPr sz="3200">
                <a:latin typeface="Inter Medium"/>
                <a:ea typeface="Inter Medium"/>
                <a:cs typeface="Inter Medium"/>
                <a:sym typeface="Inter Medium"/>
              </a:defRPr>
            </a:lvl8pPr>
            <a:lvl9pPr indent="-431800" lvl="8" marL="4114800" algn="r">
              <a:spcBef>
                <a:spcPts val="0"/>
              </a:spcBef>
              <a:spcAft>
                <a:spcPts val="0"/>
              </a:spcAft>
              <a:buSzPts val="3200"/>
              <a:buFont typeface="Inter Medium"/>
              <a:buChar char="■"/>
              <a:defRPr sz="3200">
                <a:latin typeface="Inter Medium"/>
                <a:ea typeface="Inter Medium"/>
                <a:cs typeface="Inter Medium"/>
                <a:sym typeface="Inter Medium"/>
              </a:defRPr>
            </a:lvl9pPr>
          </a:lstStyle>
          <a:p/>
        </p:txBody>
      </p:sp>
      <p:sp>
        <p:nvSpPr>
          <p:cNvPr id="79" name="Google Shape;79;p18"/>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80" name="Google Shape;80;p18"/>
          <p:cNvSpPr txBox="1"/>
          <p:nvPr>
            <p:ph idx="2"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SzPts val="1200"/>
              <a:buNone/>
              <a:defRPr b="0" sz="1200"/>
            </a:lvl1pPr>
            <a:lvl2pPr lvl="1" algn="r">
              <a:spcBef>
                <a:spcPts val="0"/>
              </a:spcBef>
              <a:spcAft>
                <a:spcPts val="0"/>
              </a:spcAft>
              <a:buSzPts val="5600"/>
              <a:buNone/>
              <a:defRPr/>
            </a:lvl2pPr>
            <a:lvl3pPr lvl="2" algn="r">
              <a:spcBef>
                <a:spcPts val="0"/>
              </a:spcBef>
              <a:spcAft>
                <a:spcPts val="0"/>
              </a:spcAft>
              <a:buSzPts val="5600"/>
              <a:buNone/>
              <a:defRPr/>
            </a:lvl3pPr>
            <a:lvl4pPr lvl="3" algn="r">
              <a:spcBef>
                <a:spcPts val="0"/>
              </a:spcBef>
              <a:spcAft>
                <a:spcPts val="0"/>
              </a:spcAft>
              <a:buSzPts val="5600"/>
              <a:buNone/>
              <a:defRPr/>
            </a:lvl4pPr>
            <a:lvl5pPr lvl="4" algn="r">
              <a:spcBef>
                <a:spcPts val="0"/>
              </a:spcBef>
              <a:spcAft>
                <a:spcPts val="0"/>
              </a:spcAft>
              <a:buSzPts val="5600"/>
              <a:buNone/>
              <a:defRPr/>
            </a:lvl5pPr>
            <a:lvl6pPr lvl="5" algn="r">
              <a:spcBef>
                <a:spcPts val="0"/>
              </a:spcBef>
              <a:spcAft>
                <a:spcPts val="0"/>
              </a:spcAft>
              <a:buSzPts val="5600"/>
              <a:buNone/>
              <a:defRPr/>
            </a:lvl6pPr>
            <a:lvl7pPr lvl="6" algn="r">
              <a:spcBef>
                <a:spcPts val="0"/>
              </a:spcBef>
              <a:spcAft>
                <a:spcPts val="0"/>
              </a:spcAft>
              <a:buSzPts val="5600"/>
              <a:buNone/>
              <a:defRPr/>
            </a:lvl7pPr>
            <a:lvl8pPr lvl="7" algn="r">
              <a:spcBef>
                <a:spcPts val="0"/>
              </a:spcBef>
              <a:spcAft>
                <a:spcPts val="0"/>
              </a:spcAft>
              <a:buSzPts val="5600"/>
              <a:buNone/>
              <a:defRPr/>
            </a:lvl8pPr>
            <a:lvl9pPr lvl="8" algn="r">
              <a:spcBef>
                <a:spcPts val="0"/>
              </a:spcBef>
              <a:spcAft>
                <a:spcPts val="0"/>
              </a:spcAft>
              <a:buSzPts val="5600"/>
              <a:buNone/>
              <a:defRPr/>
            </a:lvl9pPr>
          </a:lstStyle>
          <a:p/>
        </p:txBody>
      </p:sp>
      <p:sp>
        <p:nvSpPr>
          <p:cNvPr id="81" name="Google Shape;81;p18"/>
          <p:cNvSpPr txBox="1"/>
          <p:nvPr>
            <p:ph idx="3" type="body"/>
          </p:nvPr>
        </p:nvSpPr>
        <p:spPr>
          <a:xfrm>
            <a:off x="453050" y="5242207"/>
            <a:ext cx="673200" cy="44022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Font typeface="Inter Medium"/>
              <a:buChar char="●"/>
              <a:defRPr sz="3200">
                <a:latin typeface="Inter Medium"/>
                <a:ea typeface="Inter Medium"/>
                <a:cs typeface="Inter Medium"/>
                <a:sym typeface="Inter Medium"/>
              </a:defRPr>
            </a:lvl1pPr>
            <a:lvl2pPr indent="-431800" lvl="1" marL="914400">
              <a:spcBef>
                <a:spcPts val="0"/>
              </a:spcBef>
              <a:spcAft>
                <a:spcPts val="0"/>
              </a:spcAft>
              <a:buSzPts val="3200"/>
              <a:buFont typeface="Inter Medium"/>
              <a:buChar char="○"/>
              <a:defRPr sz="3200">
                <a:latin typeface="Inter Medium"/>
                <a:ea typeface="Inter Medium"/>
                <a:cs typeface="Inter Medium"/>
                <a:sym typeface="Inter Medium"/>
              </a:defRPr>
            </a:lvl2pPr>
            <a:lvl3pPr indent="-431800" lvl="2" marL="1371600">
              <a:spcBef>
                <a:spcPts val="0"/>
              </a:spcBef>
              <a:spcAft>
                <a:spcPts val="0"/>
              </a:spcAft>
              <a:buSzPts val="3200"/>
              <a:buFont typeface="Inter Medium"/>
              <a:buChar char="■"/>
              <a:defRPr sz="3200">
                <a:latin typeface="Inter Medium"/>
                <a:ea typeface="Inter Medium"/>
                <a:cs typeface="Inter Medium"/>
                <a:sym typeface="Inter Medium"/>
              </a:defRPr>
            </a:lvl3pPr>
            <a:lvl4pPr indent="-431800" lvl="3" marL="1828800">
              <a:spcBef>
                <a:spcPts val="0"/>
              </a:spcBef>
              <a:spcAft>
                <a:spcPts val="0"/>
              </a:spcAft>
              <a:buSzPts val="3200"/>
              <a:buFont typeface="Inter Medium"/>
              <a:buChar char="●"/>
              <a:defRPr sz="3200">
                <a:latin typeface="Inter Medium"/>
                <a:ea typeface="Inter Medium"/>
                <a:cs typeface="Inter Medium"/>
                <a:sym typeface="Inter Medium"/>
              </a:defRPr>
            </a:lvl4pPr>
            <a:lvl5pPr indent="-431800" lvl="4" marL="2286000">
              <a:spcBef>
                <a:spcPts val="0"/>
              </a:spcBef>
              <a:spcAft>
                <a:spcPts val="0"/>
              </a:spcAft>
              <a:buSzPts val="3200"/>
              <a:buFont typeface="Inter Medium"/>
              <a:buChar char="○"/>
              <a:defRPr sz="3200">
                <a:latin typeface="Inter Medium"/>
                <a:ea typeface="Inter Medium"/>
                <a:cs typeface="Inter Medium"/>
                <a:sym typeface="Inter Medium"/>
              </a:defRPr>
            </a:lvl5pPr>
            <a:lvl6pPr indent="-431800" lvl="5" marL="2743200">
              <a:spcBef>
                <a:spcPts val="0"/>
              </a:spcBef>
              <a:spcAft>
                <a:spcPts val="0"/>
              </a:spcAft>
              <a:buSzPts val="3200"/>
              <a:buFont typeface="Inter Medium"/>
              <a:buChar char="■"/>
              <a:defRPr sz="3200">
                <a:latin typeface="Inter Medium"/>
                <a:ea typeface="Inter Medium"/>
                <a:cs typeface="Inter Medium"/>
                <a:sym typeface="Inter Medium"/>
              </a:defRPr>
            </a:lvl6pPr>
            <a:lvl7pPr indent="-431800" lvl="6" marL="3200400">
              <a:spcBef>
                <a:spcPts val="0"/>
              </a:spcBef>
              <a:spcAft>
                <a:spcPts val="0"/>
              </a:spcAft>
              <a:buSzPts val="3200"/>
              <a:buFont typeface="Inter Medium"/>
              <a:buChar char="●"/>
              <a:defRPr sz="3200">
                <a:latin typeface="Inter Medium"/>
                <a:ea typeface="Inter Medium"/>
                <a:cs typeface="Inter Medium"/>
                <a:sym typeface="Inter Medium"/>
              </a:defRPr>
            </a:lvl7pPr>
            <a:lvl8pPr indent="-431800" lvl="7" marL="3657600">
              <a:spcBef>
                <a:spcPts val="0"/>
              </a:spcBef>
              <a:spcAft>
                <a:spcPts val="0"/>
              </a:spcAft>
              <a:buSzPts val="3200"/>
              <a:buFont typeface="Inter Medium"/>
              <a:buChar char="○"/>
              <a:defRPr sz="3200">
                <a:latin typeface="Inter Medium"/>
                <a:ea typeface="Inter Medium"/>
                <a:cs typeface="Inter Medium"/>
                <a:sym typeface="Inter Medium"/>
              </a:defRPr>
            </a:lvl8pPr>
            <a:lvl9pPr indent="-431800" lvl="8" marL="4114800">
              <a:spcBef>
                <a:spcPts val="0"/>
              </a:spcBef>
              <a:spcAft>
                <a:spcPts val="0"/>
              </a:spcAft>
              <a:buSzPts val="3200"/>
              <a:buFont typeface="Inter Medium"/>
              <a:buChar char="■"/>
              <a:defRPr sz="3200">
                <a:latin typeface="Inter Medium"/>
                <a:ea typeface="Inter Medium"/>
                <a:cs typeface="Inter Medium"/>
                <a:sym typeface="Inter Medium"/>
              </a:defRPr>
            </a:lvl9pPr>
          </a:lstStyle>
          <a:p/>
        </p:txBody>
      </p:sp>
      <p:sp>
        <p:nvSpPr>
          <p:cNvPr id="82" name="Google Shape;82;p18"/>
          <p:cNvSpPr txBox="1"/>
          <p:nvPr>
            <p:ph idx="4" type="title"/>
          </p:nvPr>
        </p:nvSpPr>
        <p:spPr>
          <a:xfrm>
            <a:off x="453050" y="1143600"/>
            <a:ext cx="10522800" cy="4177800"/>
          </a:xfrm>
          <a:prstGeom prst="rect">
            <a:avLst/>
          </a:prstGeom>
        </p:spPr>
        <p:txBody>
          <a:bodyPr anchorCtr="0" anchor="t" bIns="182850" lIns="182850" spcFirstLastPara="1" rIns="182850" wrap="square" tIns="182850">
            <a:noAutofit/>
          </a:bodyPr>
          <a:lstStyle>
            <a:lvl1pPr lvl="0">
              <a:lnSpc>
                <a:spcPct val="80000"/>
              </a:lnSpc>
              <a:spcBef>
                <a:spcPts val="0"/>
              </a:spcBef>
              <a:spcAft>
                <a:spcPts val="0"/>
              </a:spcAft>
              <a:buSzPts val="14600"/>
              <a:buNone/>
              <a:defRPr sz="14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tx">
  <p:cSld name="TITLE_AND_BODY">
    <p:bg>
      <p:bgPr>
        <a:solidFill>
          <a:schemeClr val="dk1"/>
        </a:solidFill>
      </p:bgPr>
    </p:bg>
    <p:spTree>
      <p:nvGrpSpPr>
        <p:cNvPr id="83" name="Shape 83"/>
        <p:cNvGrpSpPr/>
        <p:nvPr/>
      </p:nvGrpSpPr>
      <p:grpSpPr>
        <a:xfrm>
          <a:off x="0" y="0"/>
          <a:ext cx="0" cy="0"/>
          <a:chOff x="0" y="0"/>
          <a:chExt cx="0" cy="0"/>
        </a:xfrm>
      </p:grpSpPr>
      <p:sp>
        <p:nvSpPr>
          <p:cNvPr id="84" name="Google Shape;84;p1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9"/>
          <p:cNvSpPr txBox="1"/>
          <p:nvPr>
            <p:ph type="title"/>
          </p:nvPr>
        </p:nvSpPr>
        <p:spPr>
          <a:xfrm>
            <a:off x="453050" y="5163221"/>
            <a:ext cx="17382000" cy="4749600"/>
          </a:xfrm>
          <a:prstGeom prst="rect">
            <a:avLst/>
          </a:prstGeom>
        </p:spPr>
        <p:txBody>
          <a:bodyPr anchorCtr="0" anchor="b" bIns="182850" lIns="182850" spcFirstLastPara="1" rIns="182850" wrap="square" tIns="182850">
            <a:noAutofit/>
          </a:bodyPr>
          <a:lstStyle>
            <a:lvl1pPr lvl="0">
              <a:lnSpc>
                <a:spcPct val="80000"/>
              </a:lnSpc>
              <a:spcBef>
                <a:spcPts val="0"/>
              </a:spcBef>
              <a:spcAft>
                <a:spcPts val="0"/>
              </a:spcAft>
              <a:buClr>
                <a:schemeClr val="lt1"/>
              </a:buClr>
              <a:buSzPts val="14600"/>
              <a:buNone/>
              <a:defRPr sz="14600">
                <a:solidFill>
                  <a:schemeClr val="lt1"/>
                </a:solidFill>
              </a:defRPr>
            </a:lvl1pPr>
            <a:lvl2pPr lvl="1">
              <a:lnSpc>
                <a:spcPct val="80000"/>
              </a:lnSpc>
              <a:spcBef>
                <a:spcPts val="0"/>
              </a:spcBef>
              <a:spcAft>
                <a:spcPts val="0"/>
              </a:spcAft>
              <a:buSzPts val="5600"/>
              <a:buNone/>
              <a:defRPr/>
            </a:lvl2pPr>
            <a:lvl3pPr lvl="2">
              <a:lnSpc>
                <a:spcPct val="80000"/>
              </a:lnSpc>
              <a:spcBef>
                <a:spcPts val="0"/>
              </a:spcBef>
              <a:spcAft>
                <a:spcPts val="0"/>
              </a:spcAft>
              <a:buSzPts val="5600"/>
              <a:buNone/>
              <a:defRPr/>
            </a:lvl3pPr>
            <a:lvl4pPr lvl="3">
              <a:lnSpc>
                <a:spcPct val="80000"/>
              </a:lnSpc>
              <a:spcBef>
                <a:spcPts val="0"/>
              </a:spcBef>
              <a:spcAft>
                <a:spcPts val="0"/>
              </a:spcAft>
              <a:buSzPts val="5600"/>
              <a:buNone/>
              <a:defRPr/>
            </a:lvl4pPr>
            <a:lvl5pPr lvl="4">
              <a:lnSpc>
                <a:spcPct val="80000"/>
              </a:lnSpc>
              <a:spcBef>
                <a:spcPts val="0"/>
              </a:spcBef>
              <a:spcAft>
                <a:spcPts val="0"/>
              </a:spcAft>
              <a:buSzPts val="5600"/>
              <a:buNone/>
              <a:defRPr/>
            </a:lvl5pPr>
            <a:lvl6pPr lvl="5">
              <a:lnSpc>
                <a:spcPct val="80000"/>
              </a:lnSpc>
              <a:spcBef>
                <a:spcPts val="0"/>
              </a:spcBef>
              <a:spcAft>
                <a:spcPts val="0"/>
              </a:spcAft>
              <a:buSzPts val="5600"/>
              <a:buNone/>
              <a:defRPr/>
            </a:lvl6pPr>
            <a:lvl7pPr lvl="6">
              <a:lnSpc>
                <a:spcPct val="80000"/>
              </a:lnSpc>
              <a:spcBef>
                <a:spcPts val="0"/>
              </a:spcBef>
              <a:spcAft>
                <a:spcPts val="0"/>
              </a:spcAft>
              <a:buSzPts val="5600"/>
              <a:buNone/>
              <a:defRPr/>
            </a:lvl7pPr>
            <a:lvl8pPr lvl="7">
              <a:lnSpc>
                <a:spcPct val="80000"/>
              </a:lnSpc>
              <a:spcBef>
                <a:spcPts val="0"/>
              </a:spcBef>
              <a:spcAft>
                <a:spcPts val="0"/>
              </a:spcAft>
              <a:buSzPts val="5600"/>
              <a:buNone/>
              <a:defRPr/>
            </a:lvl8pPr>
            <a:lvl9pPr lvl="8">
              <a:lnSpc>
                <a:spcPct val="80000"/>
              </a:lnSpc>
              <a:spcBef>
                <a:spcPts val="0"/>
              </a:spcBef>
              <a:spcAft>
                <a:spcPts val="0"/>
              </a:spcAft>
              <a:buSzPts val="56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AND_BODY_2">
    <p:bg>
      <p:bgPr>
        <a:solidFill>
          <a:schemeClr val="lt1"/>
        </a:solidFill>
      </p:bgPr>
    </p:bg>
    <p:spTree>
      <p:nvGrpSpPr>
        <p:cNvPr id="86" name="Shape 86"/>
        <p:cNvGrpSpPr/>
        <p:nvPr/>
      </p:nvGrpSpPr>
      <p:grpSpPr>
        <a:xfrm>
          <a:off x="0" y="0"/>
          <a:ext cx="0" cy="0"/>
          <a:chOff x="0" y="0"/>
          <a:chExt cx="0" cy="0"/>
        </a:xfrm>
      </p:grpSpPr>
      <p:sp>
        <p:nvSpPr>
          <p:cNvPr id="87" name="Google Shape;87;p2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8" name="Google Shape;88;p20"/>
          <p:cNvSpPr txBox="1"/>
          <p:nvPr>
            <p:ph type="title"/>
          </p:nvPr>
        </p:nvSpPr>
        <p:spPr>
          <a:xfrm>
            <a:off x="453050" y="497921"/>
            <a:ext cx="17382000" cy="4749600"/>
          </a:xfrm>
          <a:prstGeom prst="rect">
            <a:avLst/>
          </a:prstGeom>
        </p:spPr>
        <p:txBody>
          <a:bodyPr anchorCtr="0" anchor="t" bIns="182850" lIns="182850" spcFirstLastPara="1" rIns="182850" wrap="square" tIns="182850">
            <a:noAutofit/>
          </a:bodyPr>
          <a:lstStyle>
            <a:lvl1pPr lvl="0">
              <a:lnSpc>
                <a:spcPct val="80000"/>
              </a:lnSpc>
              <a:spcBef>
                <a:spcPts val="0"/>
              </a:spcBef>
              <a:spcAft>
                <a:spcPts val="0"/>
              </a:spcAft>
              <a:buSzPts val="14600"/>
              <a:buNone/>
              <a:defRPr sz="14600"/>
            </a:lvl1pPr>
            <a:lvl2pPr lvl="1">
              <a:lnSpc>
                <a:spcPct val="80000"/>
              </a:lnSpc>
              <a:spcBef>
                <a:spcPts val="0"/>
              </a:spcBef>
              <a:spcAft>
                <a:spcPts val="0"/>
              </a:spcAft>
              <a:buSzPts val="5600"/>
              <a:buNone/>
              <a:defRPr/>
            </a:lvl2pPr>
            <a:lvl3pPr lvl="2">
              <a:lnSpc>
                <a:spcPct val="80000"/>
              </a:lnSpc>
              <a:spcBef>
                <a:spcPts val="0"/>
              </a:spcBef>
              <a:spcAft>
                <a:spcPts val="0"/>
              </a:spcAft>
              <a:buSzPts val="5600"/>
              <a:buNone/>
              <a:defRPr/>
            </a:lvl3pPr>
            <a:lvl4pPr lvl="3">
              <a:lnSpc>
                <a:spcPct val="80000"/>
              </a:lnSpc>
              <a:spcBef>
                <a:spcPts val="0"/>
              </a:spcBef>
              <a:spcAft>
                <a:spcPts val="0"/>
              </a:spcAft>
              <a:buSzPts val="5600"/>
              <a:buNone/>
              <a:defRPr/>
            </a:lvl4pPr>
            <a:lvl5pPr lvl="4">
              <a:lnSpc>
                <a:spcPct val="80000"/>
              </a:lnSpc>
              <a:spcBef>
                <a:spcPts val="0"/>
              </a:spcBef>
              <a:spcAft>
                <a:spcPts val="0"/>
              </a:spcAft>
              <a:buSzPts val="5600"/>
              <a:buNone/>
              <a:defRPr/>
            </a:lvl5pPr>
            <a:lvl6pPr lvl="5">
              <a:lnSpc>
                <a:spcPct val="80000"/>
              </a:lnSpc>
              <a:spcBef>
                <a:spcPts val="0"/>
              </a:spcBef>
              <a:spcAft>
                <a:spcPts val="0"/>
              </a:spcAft>
              <a:buSzPts val="5600"/>
              <a:buNone/>
              <a:defRPr/>
            </a:lvl6pPr>
            <a:lvl7pPr lvl="6">
              <a:lnSpc>
                <a:spcPct val="80000"/>
              </a:lnSpc>
              <a:spcBef>
                <a:spcPts val="0"/>
              </a:spcBef>
              <a:spcAft>
                <a:spcPts val="0"/>
              </a:spcAft>
              <a:buSzPts val="5600"/>
              <a:buNone/>
              <a:defRPr/>
            </a:lvl7pPr>
            <a:lvl8pPr lvl="7">
              <a:lnSpc>
                <a:spcPct val="80000"/>
              </a:lnSpc>
              <a:spcBef>
                <a:spcPts val="0"/>
              </a:spcBef>
              <a:spcAft>
                <a:spcPts val="0"/>
              </a:spcAft>
              <a:buSzPts val="5600"/>
              <a:buNone/>
              <a:defRPr/>
            </a:lvl8pPr>
            <a:lvl9pPr lvl="8">
              <a:lnSpc>
                <a:spcPct val="80000"/>
              </a:lnSpc>
              <a:spcBef>
                <a:spcPts val="0"/>
              </a:spcBef>
              <a:spcAft>
                <a:spcPts val="0"/>
              </a:spcAft>
              <a:buSzPts val="56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TITLE_AND_BODY_1">
    <p:bg>
      <p:bgPr>
        <a:solidFill>
          <a:schemeClr val="dk1"/>
        </a:solidFill>
      </p:bgPr>
    </p:bg>
    <p:spTree>
      <p:nvGrpSpPr>
        <p:cNvPr id="89" name="Shape 89"/>
        <p:cNvGrpSpPr/>
        <p:nvPr/>
      </p:nvGrpSpPr>
      <p:grpSpPr>
        <a:xfrm>
          <a:off x="0" y="0"/>
          <a:ext cx="0" cy="0"/>
          <a:chOff x="0" y="0"/>
          <a:chExt cx="0" cy="0"/>
        </a:xfrm>
      </p:grpSpPr>
      <p:sp>
        <p:nvSpPr>
          <p:cNvPr id="90" name="Google Shape;90;p21"/>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21"/>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Clr>
                <a:schemeClr val="lt1"/>
              </a:buClr>
              <a:buSzPts val="1200"/>
              <a:buNone/>
              <a:defRPr b="0" sz="12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92" name="Google Shape;92;p21"/>
          <p:cNvSpPr txBox="1"/>
          <p:nvPr>
            <p:ph idx="2"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Clr>
                <a:schemeClr val="lt1"/>
              </a:buClr>
              <a:buSzPts val="1200"/>
              <a:buNone/>
              <a:defRPr b="0" sz="1200">
                <a:solidFill>
                  <a:schemeClr val="lt1"/>
                </a:solidFill>
              </a:defRPr>
            </a:lvl1pPr>
            <a:lvl2pPr lvl="1" algn="r">
              <a:spcBef>
                <a:spcPts val="0"/>
              </a:spcBef>
              <a:spcAft>
                <a:spcPts val="0"/>
              </a:spcAft>
              <a:buClr>
                <a:schemeClr val="lt1"/>
              </a:buClr>
              <a:buSzPts val="5600"/>
              <a:buNone/>
              <a:defRPr>
                <a:solidFill>
                  <a:schemeClr val="lt1"/>
                </a:solidFill>
              </a:defRPr>
            </a:lvl2pPr>
            <a:lvl3pPr lvl="2" algn="r">
              <a:spcBef>
                <a:spcPts val="0"/>
              </a:spcBef>
              <a:spcAft>
                <a:spcPts val="0"/>
              </a:spcAft>
              <a:buClr>
                <a:schemeClr val="lt1"/>
              </a:buClr>
              <a:buSzPts val="5600"/>
              <a:buNone/>
              <a:defRPr>
                <a:solidFill>
                  <a:schemeClr val="lt1"/>
                </a:solidFill>
              </a:defRPr>
            </a:lvl3pPr>
            <a:lvl4pPr lvl="3" algn="r">
              <a:spcBef>
                <a:spcPts val="0"/>
              </a:spcBef>
              <a:spcAft>
                <a:spcPts val="0"/>
              </a:spcAft>
              <a:buClr>
                <a:schemeClr val="lt1"/>
              </a:buClr>
              <a:buSzPts val="5600"/>
              <a:buNone/>
              <a:defRPr>
                <a:solidFill>
                  <a:schemeClr val="lt1"/>
                </a:solidFill>
              </a:defRPr>
            </a:lvl4pPr>
            <a:lvl5pPr lvl="4" algn="r">
              <a:spcBef>
                <a:spcPts val="0"/>
              </a:spcBef>
              <a:spcAft>
                <a:spcPts val="0"/>
              </a:spcAft>
              <a:buClr>
                <a:schemeClr val="lt1"/>
              </a:buClr>
              <a:buSzPts val="5600"/>
              <a:buNone/>
              <a:defRPr>
                <a:solidFill>
                  <a:schemeClr val="lt1"/>
                </a:solidFill>
              </a:defRPr>
            </a:lvl5pPr>
            <a:lvl6pPr lvl="5" algn="r">
              <a:spcBef>
                <a:spcPts val="0"/>
              </a:spcBef>
              <a:spcAft>
                <a:spcPts val="0"/>
              </a:spcAft>
              <a:buClr>
                <a:schemeClr val="lt1"/>
              </a:buClr>
              <a:buSzPts val="5600"/>
              <a:buNone/>
              <a:defRPr>
                <a:solidFill>
                  <a:schemeClr val="lt1"/>
                </a:solidFill>
              </a:defRPr>
            </a:lvl6pPr>
            <a:lvl7pPr lvl="6" algn="r">
              <a:spcBef>
                <a:spcPts val="0"/>
              </a:spcBef>
              <a:spcAft>
                <a:spcPts val="0"/>
              </a:spcAft>
              <a:buClr>
                <a:schemeClr val="lt1"/>
              </a:buClr>
              <a:buSzPts val="5600"/>
              <a:buNone/>
              <a:defRPr>
                <a:solidFill>
                  <a:schemeClr val="lt1"/>
                </a:solidFill>
              </a:defRPr>
            </a:lvl7pPr>
            <a:lvl8pPr lvl="7" algn="r">
              <a:spcBef>
                <a:spcPts val="0"/>
              </a:spcBef>
              <a:spcAft>
                <a:spcPts val="0"/>
              </a:spcAft>
              <a:buClr>
                <a:schemeClr val="lt1"/>
              </a:buClr>
              <a:buSzPts val="5600"/>
              <a:buNone/>
              <a:defRPr>
                <a:solidFill>
                  <a:schemeClr val="lt1"/>
                </a:solidFill>
              </a:defRPr>
            </a:lvl8pPr>
            <a:lvl9pPr lvl="8" algn="r">
              <a:spcBef>
                <a:spcPts val="0"/>
              </a:spcBef>
              <a:spcAft>
                <a:spcPts val="0"/>
              </a:spcAft>
              <a:buClr>
                <a:schemeClr val="lt1"/>
              </a:buClr>
              <a:buSzPts val="5600"/>
              <a:buNone/>
              <a:defRPr>
                <a:solidFill>
                  <a:schemeClr val="lt1"/>
                </a:solidFill>
              </a:defRPr>
            </a:lvl9pPr>
          </a:lstStyle>
          <a:p/>
        </p:txBody>
      </p:sp>
      <p:sp>
        <p:nvSpPr>
          <p:cNvPr id="93" name="Google Shape;93;p21"/>
          <p:cNvSpPr txBox="1"/>
          <p:nvPr>
            <p:ph idx="1" type="body"/>
          </p:nvPr>
        </p:nvSpPr>
        <p:spPr>
          <a:xfrm>
            <a:off x="492650" y="5182900"/>
            <a:ext cx="1517400" cy="4729800"/>
          </a:xfrm>
          <a:prstGeom prst="rect">
            <a:avLst/>
          </a:prstGeom>
        </p:spPr>
        <p:txBody>
          <a:bodyPr anchorCtr="0" anchor="b" bIns="182850" lIns="182850" spcFirstLastPara="1" rIns="182850" wrap="square" tIns="182850">
            <a:normAutofit/>
          </a:bodyPr>
          <a:lstStyle>
            <a:lvl1pPr indent="-596900" lvl="0" marL="4572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1pPr>
            <a:lvl2pPr indent="-596900" lvl="1" marL="9144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2pPr>
            <a:lvl3pPr indent="-596900" lvl="2" marL="13716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3pPr>
            <a:lvl4pPr indent="-596900" lvl="3" marL="18288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4pPr>
            <a:lvl5pPr indent="-596900" lvl="4" marL="22860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5pPr>
            <a:lvl6pPr indent="-596900" lvl="5" marL="27432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6pPr>
            <a:lvl7pPr indent="-596900" lvl="6" marL="32004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7pPr>
            <a:lvl8pPr indent="-596900" lvl="7" marL="36576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8pPr>
            <a:lvl9pPr indent="-596900" lvl="8" marL="41148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9pPr>
          </a:lstStyle>
          <a:p/>
        </p:txBody>
      </p:sp>
      <p:sp>
        <p:nvSpPr>
          <p:cNvPr id="94" name="Google Shape;94;p21"/>
          <p:cNvSpPr txBox="1"/>
          <p:nvPr>
            <p:ph idx="3" type="body"/>
          </p:nvPr>
        </p:nvSpPr>
        <p:spPr>
          <a:xfrm>
            <a:off x="2154400" y="5182900"/>
            <a:ext cx="15609000" cy="4729800"/>
          </a:xfrm>
          <a:prstGeom prst="rect">
            <a:avLst/>
          </a:prstGeom>
        </p:spPr>
        <p:txBody>
          <a:bodyPr anchorCtr="0" anchor="b" bIns="182850" lIns="182850" spcFirstLastPara="1" rIns="182850" wrap="square" tIns="182850">
            <a:normAutofit/>
          </a:bodyPr>
          <a:lstStyle>
            <a:lvl1pPr indent="-596900" lvl="0" marL="4572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1pPr>
            <a:lvl2pPr indent="-596900" lvl="1" marL="9144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2pPr>
            <a:lvl3pPr indent="-596900" lvl="2" marL="13716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3pPr>
            <a:lvl4pPr indent="-596900" lvl="3" marL="18288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4pPr>
            <a:lvl5pPr indent="-596900" lvl="4" marL="22860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5pPr>
            <a:lvl6pPr indent="-596900" lvl="5" marL="27432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6pPr>
            <a:lvl7pPr indent="-596900" lvl="6" marL="32004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7pPr>
            <a:lvl8pPr indent="-596900" lvl="7" marL="36576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8pPr>
            <a:lvl9pPr indent="-596900" lvl="8" marL="41148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type="twoColTx">
  <p:cSld name="TITLE_AND_TWO_COLUMNS">
    <p:bg>
      <p:bgPr>
        <a:solidFill>
          <a:schemeClr val="dk1"/>
        </a:solidFill>
      </p:bgPr>
    </p:bg>
    <p:spTree>
      <p:nvGrpSpPr>
        <p:cNvPr id="95" name="Shape 95"/>
        <p:cNvGrpSpPr/>
        <p:nvPr/>
      </p:nvGrpSpPr>
      <p:grpSpPr>
        <a:xfrm>
          <a:off x="0" y="0"/>
          <a:ext cx="0" cy="0"/>
          <a:chOff x="0" y="0"/>
          <a:chExt cx="0" cy="0"/>
        </a:xfrm>
      </p:grpSpPr>
      <p:sp>
        <p:nvSpPr>
          <p:cNvPr id="96" name="Google Shape;96;p22"/>
          <p:cNvSpPr/>
          <p:nvPr>
            <p:ph idx="2" type="pic"/>
          </p:nvPr>
        </p:nvSpPr>
        <p:spPr>
          <a:xfrm>
            <a:off x="-10450" y="1419150"/>
            <a:ext cx="6097200" cy="5610600"/>
          </a:xfrm>
          <a:prstGeom prst="rect">
            <a:avLst/>
          </a:prstGeom>
          <a:noFill/>
          <a:ln>
            <a:noFill/>
          </a:ln>
        </p:spPr>
      </p:sp>
      <p:sp>
        <p:nvSpPr>
          <p:cNvPr id="97" name="Google Shape;97;p22"/>
          <p:cNvSpPr txBox="1"/>
          <p:nvPr>
            <p:ph type="title"/>
          </p:nvPr>
        </p:nvSpPr>
        <p:spPr>
          <a:xfrm>
            <a:off x="313900" y="7265397"/>
            <a:ext cx="5453400" cy="1001400"/>
          </a:xfrm>
          <a:prstGeom prst="rect">
            <a:avLst/>
          </a:prstGeom>
        </p:spPr>
        <p:txBody>
          <a:bodyPr anchorCtr="0" anchor="t" bIns="182850" lIns="182850" spcFirstLastPara="1" rIns="182850" wrap="square" tIns="182850">
            <a:noAutofit/>
          </a:bodyPr>
          <a:lstStyle>
            <a:lvl1pPr lvl="0">
              <a:lnSpc>
                <a:spcPct val="90000"/>
              </a:lnSpc>
              <a:spcBef>
                <a:spcPts val="0"/>
              </a:spcBef>
              <a:spcAft>
                <a:spcPts val="0"/>
              </a:spcAft>
              <a:buClr>
                <a:schemeClr val="lt1"/>
              </a:buClr>
              <a:buSzPts val="2400"/>
              <a:buNone/>
              <a:defRPr sz="2400">
                <a:solidFill>
                  <a:schemeClr val="lt1"/>
                </a:solidFill>
              </a:defRPr>
            </a:lvl1pPr>
            <a:lvl2pPr lvl="1">
              <a:lnSpc>
                <a:spcPct val="90000"/>
              </a:lnSpc>
              <a:spcBef>
                <a:spcPts val="0"/>
              </a:spcBef>
              <a:spcAft>
                <a:spcPts val="0"/>
              </a:spcAft>
              <a:buClr>
                <a:schemeClr val="lt1"/>
              </a:buClr>
              <a:buSzPts val="2400"/>
              <a:buNone/>
              <a:defRPr sz="2400">
                <a:solidFill>
                  <a:schemeClr val="lt1"/>
                </a:solidFill>
              </a:defRPr>
            </a:lvl2pPr>
            <a:lvl3pPr lvl="2">
              <a:lnSpc>
                <a:spcPct val="90000"/>
              </a:lnSpc>
              <a:spcBef>
                <a:spcPts val="0"/>
              </a:spcBef>
              <a:spcAft>
                <a:spcPts val="0"/>
              </a:spcAft>
              <a:buClr>
                <a:schemeClr val="lt1"/>
              </a:buClr>
              <a:buSzPts val="2400"/>
              <a:buNone/>
              <a:defRPr sz="2400">
                <a:solidFill>
                  <a:schemeClr val="lt1"/>
                </a:solidFill>
              </a:defRPr>
            </a:lvl3pPr>
            <a:lvl4pPr lvl="3">
              <a:lnSpc>
                <a:spcPct val="90000"/>
              </a:lnSpc>
              <a:spcBef>
                <a:spcPts val="0"/>
              </a:spcBef>
              <a:spcAft>
                <a:spcPts val="0"/>
              </a:spcAft>
              <a:buClr>
                <a:schemeClr val="lt1"/>
              </a:buClr>
              <a:buSzPts val="2400"/>
              <a:buNone/>
              <a:defRPr sz="2400">
                <a:solidFill>
                  <a:schemeClr val="lt1"/>
                </a:solidFill>
              </a:defRPr>
            </a:lvl4pPr>
            <a:lvl5pPr lvl="4">
              <a:lnSpc>
                <a:spcPct val="90000"/>
              </a:lnSpc>
              <a:spcBef>
                <a:spcPts val="0"/>
              </a:spcBef>
              <a:spcAft>
                <a:spcPts val="0"/>
              </a:spcAft>
              <a:buClr>
                <a:schemeClr val="lt1"/>
              </a:buClr>
              <a:buSzPts val="2400"/>
              <a:buNone/>
              <a:defRPr sz="2400">
                <a:solidFill>
                  <a:schemeClr val="lt1"/>
                </a:solidFill>
              </a:defRPr>
            </a:lvl5pPr>
            <a:lvl6pPr lvl="5">
              <a:lnSpc>
                <a:spcPct val="90000"/>
              </a:lnSpc>
              <a:spcBef>
                <a:spcPts val="0"/>
              </a:spcBef>
              <a:spcAft>
                <a:spcPts val="0"/>
              </a:spcAft>
              <a:buClr>
                <a:schemeClr val="lt1"/>
              </a:buClr>
              <a:buSzPts val="2400"/>
              <a:buNone/>
              <a:defRPr sz="2400">
                <a:solidFill>
                  <a:schemeClr val="lt1"/>
                </a:solidFill>
              </a:defRPr>
            </a:lvl6pPr>
            <a:lvl7pPr lvl="6">
              <a:lnSpc>
                <a:spcPct val="90000"/>
              </a:lnSpc>
              <a:spcBef>
                <a:spcPts val="0"/>
              </a:spcBef>
              <a:spcAft>
                <a:spcPts val="0"/>
              </a:spcAft>
              <a:buClr>
                <a:schemeClr val="lt1"/>
              </a:buClr>
              <a:buSzPts val="2400"/>
              <a:buNone/>
              <a:defRPr sz="2400">
                <a:solidFill>
                  <a:schemeClr val="lt1"/>
                </a:solidFill>
              </a:defRPr>
            </a:lvl7pPr>
            <a:lvl8pPr lvl="7">
              <a:lnSpc>
                <a:spcPct val="90000"/>
              </a:lnSpc>
              <a:spcBef>
                <a:spcPts val="0"/>
              </a:spcBef>
              <a:spcAft>
                <a:spcPts val="0"/>
              </a:spcAft>
              <a:buClr>
                <a:schemeClr val="lt1"/>
              </a:buClr>
              <a:buSzPts val="2400"/>
              <a:buNone/>
              <a:defRPr sz="2400">
                <a:solidFill>
                  <a:schemeClr val="lt1"/>
                </a:solidFill>
              </a:defRPr>
            </a:lvl8pPr>
            <a:lvl9pPr lvl="8">
              <a:lnSpc>
                <a:spcPct val="90000"/>
              </a:lnSpc>
              <a:spcBef>
                <a:spcPts val="0"/>
              </a:spcBef>
              <a:spcAft>
                <a:spcPts val="0"/>
              </a:spcAft>
              <a:buClr>
                <a:schemeClr val="lt1"/>
              </a:buClr>
              <a:buSzPts val="2400"/>
              <a:buNone/>
              <a:defRPr sz="2400">
                <a:solidFill>
                  <a:schemeClr val="lt1"/>
                </a:solidFill>
              </a:defRPr>
            </a:lvl9pPr>
          </a:lstStyle>
          <a:p/>
        </p:txBody>
      </p:sp>
      <p:sp>
        <p:nvSpPr>
          <p:cNvPr id="98" name="Google Shape;98;p22"/>
          <p:cNvSpPr txBox="1"/>
          <p:nvPr>
            <p:ph idx="1" type="body"/>
          </p:nvPr>
        </p:nvSpPr>
        <p:spPr>
          <a:xfrm>
            <a:off x="313900" y="8267007"/>
            <a:ext cx="5453400" cy="1402200"/>
          </a:xfrm>
          <a:prstGeom prst="rect">
            <a:avLst/>
          </a:prstGeom>
        </p:spPr>
        <p:txBody>
          <a:bodyPr anchorCtr="0" anchor="t" bIns="182850" lIns="182850" spcFirstLastPara="1" rIns="182850" wrap="square" tIns="182850">
            <a:noAutofit/>
          </a:bodyPr>
          <a:lstStyle>
            <a:lvl1pPr indent="-355600" lvl="0" marL="457200">
              <a:spcBef>
                <a:spcPts val="0"/>
              </a:spcBef>
              <a:spcAft>
                <a:spcPts val="0"/>
              </a:spcAft>
              <a:buClr>
                <a:schemeClr val="lt1"/>
              </a:buClr>
              <a:buSzPts val="2000"/>
              <a:buChar char="●"/>
              <a:defRPr sz="2000">
                <a:solidFill>
                  <a:schemeClr val="lt1"/>
                </a:solidFill>
              </a:defRPr>
            </a:lvl1pPr>
            <a:lvl2pPr indent="-355600" lvl="1" marL="914400">
              <a:spcBef>
                <a:spcPts val="0"/>
              </a:spcBef>
              <a:spcAft>
                <a:spcPts val="0"/>
              </a:spcAft>
              <a:buClr>
                <a:schemeClr val="lt1"/>
              </a:buClr>
              <a:buSzPts val="2000"/>
              <a:buChar char="○"/>
              <a:defRPr sz="2000">
                <a:solidFill>
                  <a:schemeClr val="lt1"/>
                </a:solidFill>
              </a:defRPr>
            </a:lvl2pPr>
            <a:lvl3pPr indent="-355600" lvl="2" marL="1371600">
              <a:spcBef>
                <a:spcPts val="0"/>
              </a:spcBef>
              <a:spcAft>
                <a:spcPts val="0"/>
              </a:spcAft>
              <a:buClr>
                <a:schemeClr val="lt1"/>
              </a:buClr>
              <a:buSzPts val="2000"/>
              <a:buChar char="■"/>
              <a:defRPr sz="2000">
                <a:solidFill>
                  <a:schemeClr val="lt1"/>
                </a:solidFill>
              </a:defRPr>
            </a:lvl3pPr>
            <a:lvl4pPr indent="-355600" lvl="3" marL="1828800">
              <a:spcBef>
                <a:spcPts val="0"/>
              </a:spcBef>
              <a:spcAft>
                <a:spcPts val="0"/>
              </a:spcAft>
              <a:buClr>
                <a:schemeClr val="lt1"/>
              </a:buClr>
              <a:buSzPts val="2000"/>
              <a:buChar char="●"/>
              <a:defRPr sz="2000">
                <a:solidFill>
                  <a:schemeClr val="lt1"/>
                </a:solidFill>
              </a:defRPr>
            </a:lvl4pPr>
            <a:lvl5pPr indent="-355600" lvl="4" marL="2286000">
              <a:spcBef>
                <a:spcPts val="0"/>
              </a:spcBef>
              <a:spcAft>
                <a:spcPts val="0"/>
              </a:spcAft>
              <a:buClr>
                <a:schemeClr val="lt1"/>
              </a:buClr>
              <a:buSzPts val="2000"/>
              <a:buChar char="○"/>
              <a:defRPr sz="2000">
                <a:solidFill>
                  <a:schemeClr val="lt1"/>
                </a:solidFill>
              </a:defRPr>
            </a:lvl5pPr>
            <a:lvl6pPr indent="-355600" lvl="5" marL="2743200">
              <a:spcBef>
                <a:spcPts val="0"/>
              </a:spcBef>
              <a:spcAft>
                <a:spcPts val="0"/>
              </a:spcAft>
              <a:buClr>
                <a:schemeClr val="lt1"/>
              </a:buClr>
              <a:buSzPts val="2000"/>
              <a:buChar char="■"/>
              <a:defRPr sz="2000">
                <a:solidFill>
                  <a:schemeClr val="lt1"/>
                </a:solidFill>
              </a:defRPr>
            </a:lvl6pPr>
            <a:lvl7pPr indent="-355600" lvl="6" marL="3200400">
              <a:spcBef>
                <a:spcPts val="0"/>
              </a:spcBef>
              <a:spcAft>
                <a:spcPts val="0"/>
              </a:spcAft>
              <a:buClr>
                <a:schemeClr val="lt1"/>
              </a:buClr>
              <a:buSzPts val="2000"/>
              <a:buChar char="●"/>
              <a:defRPr sz="2000">
                <a:solidFill>
                  <a:schemeClr val="lt1"/>
                </a:solidFill>
              </a:defRPr>
            </a:lvl7pPr>
            <a:lvl8pPr indent="-355600" lvl="7" marL="3657600">
              <a:spcBef>
                <a:spcPts val="0"/>
              </a:spcBef>
              <a:spcAft>
                <a:spcPts val="0"/>
              </a:spcAft>
              <a:buClr>
                <a:schemeClr val="lt1"/>
              </a:buClr>
              <a:buSzPts val="2000"/>
              <a:buChar char="○"/>
              <a:defRPr sz="2000">
                <a:solidFill>
                  <a:schemeClr val="lt1"/>
                </a:solidFill>
              </a:defRPr>
            </a:lvl8pPr>
            <a:lvl9pPr indent="-355600" lvl="8" marL="4114800">
              <a:spcBef>
                <a:spcPts val="0"/>
              </a:spcBef>
              <a:spcAft>
                <a:spcPts val="0"/>
              </a:spcAft>
              <a:buClr>
                <a:schemeClr val="lt1"/>
              </a:buClr>
              <a:buSzPts val="2000"/>
              <a:buChar char="■"/>
              <a:defRPr sz="2000">
                <a:solidFill>
                  <a:schemeClr val="lt1"/>
                </a:solidFill>
              </a:defRPr>
            </a:lvl9pPr>
          </a:lstStyle>
          <a:p/>
        </p:txBody>
      </p:sp>
      <p:sp>
        <p:nvSpPr>
          <p:cNvPr id="99" name="Google Shape;99;p2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0" name="Google Shape;100;p22"/>
          <p:cNvSpPr txBox="1"/>
          <p:nvPr>
            <p:ph idx="3" type="title"/>
          </p:nvPr>
        </p:nvSpPr>
        <p:spPr>
          <a:xfrm>
            <a:off x="6417300" y="7265397"/>
            <a:ext cx="5453400" cy="1001400"/>
          </a:xfrm>
          <a:prstGeom prst="rect">
            <a:avLst/>
          </a:prstGeom>
        </p:spPr>
        <p:txBody>
          <a:bodyPr anchorCtr="0" anchor="t" bIns="182850" lIns="182850" spcFirstLastPara="1" rIns="182850" wrap="square" tIns="182850">
            <a:noAutofit/>
          </a:bodyPr>
          <a:lstStyle>
            <a:lvl1pPr lvl="0">
              <a:lnSpc>
                <a:spcPct val="90000"/>
              </a:lnSpc>
              <a:spcBef>
                <a:spcPts val="0"/>
              </a:spcBef>
              <a:spcAft>
                <a:spcPts val="0"/>
              </a:spcAft>
              <a:buClr>
                <a:schemeClr val="lt1"/>
              </a:buClr>
              <a:buSzPts val="2400"/>
              <a:buNone/>
              <a:defRPr sz="2400">
                <a:solidFill>
                  <a:schemeClr val="lt1"/>
                </a:solidFill>
              </a:defRPr>
            </a:lvl1pPr>
            <a:lvl2pPr lvl="1">
              <a:lnSpc>
                <a:spcPct val="90000"/>
              </a:lnSpc>
              <a:spcBef>
                <a:spcPts val="0"/>
              </a:spcBef>
              <a:spcAft>
                <a:spcPts val="0"/>
              </a:spcAft>
              <a:buClr>
                <a:schemeClr val="lt1"/>
              </a:buClr>
              <a:buSzPts val="2400"/>
              <a:buNone/>
              <a:defRPr sz="2400">
                <a:solidFill>
                  <a:schemeClr val="lt1"/>
                </a:solidFill>
              </a:defRPr>
            </a:lvl2pPr>
            <a:lvl3pPr lvl="2">
              <a:lnSpc>
                <a:spcPct val="90000"/>
              </a:lnSpc>
              <a:spcBef>
                <a:spcPts val="0"/>
              </a:spcBef>
              <a:spcAft>
                <a:spcPts val="0"/>
              </a:spcAft>
              <a:buClr>
                <a:schemeClr val="lt1"/>
              </a:buClr>
              <a:buSzPts val="2400"/>
              <a:buNone/>
              <a:defRPr sz="2400">
                <a:solidFill>
                  <a:schemeClr val="lt1"/>
                </a:solidFill>
              </a:defRPr>
            </a:lvl3pPr>
            <a:lvl4pPr lvl="3">
              <a:lnSpc>
                <a:spcPct val="90000"/>
              </a:lnSpc>
              <a:spcBef>
                <a:spcPts val="0"/>
              </a:spcBef>
              <a:spcAft>
                <a:spcPts val="0"/>
              </a:spcAft>
              <a:buClr>
                <a:schemeClr val="lt1"/>
              </a:buClr>
              <a:buSzPts val="2400"/>
              <a:buNone/>
              <a:defRPr sz="2400">
                <a:solidFill>
                  <a:schemeClr val="lt1"/>
                </a:solidFill>
              </a:defRPr>
            </a:lvl4pPr>
            <a:lvl5pPr lvl="4">
              <a:lnSpc>
                <a:spcPct val="90000"/>
              </a:lnSpc>
              <a:spcBef>
                <a:spcPts val="0"/>
              </a:spcBef>
              <a:spcAft>
                <a:spcPts val="0"/>
              </a:spcAft>
              <a:buClr>
                <a:schemeClr val="lt1"/>
              </a:buClr>
              <a:buSzPts val="2400"/>
              <a:buNone/>
              <a:defRPr sz="2400">
                <a:solidFill>
                  <a:schemeClr val="lt1"/>
                </a:solidFill>
              </a:defRPr>
            </a:lvl5pPr>
            <a:lvl6pPr lvl="5">
              <a:lnSpc>
                <a:spcPct val="90000"/>
              </a:lnSpc>
              <a:spcBef>
                <a:spcPts val="0"/>
              </a:spcBef>
              <a:spcAft>
                <a:spcPts val="0"/>
              </a:spcAft>
              <a:buClr>
                <a:schemeClr val="lt1"/>
              </a:buClr>
              <a:buSzPts val="2400"/>
              <a:buNone/>
              <a:defRPr sz="2400">
                <a:solidFill>
                  <a:schemeClr val="lt1"/>
                </a:solidFill>
              </a:defRPr>
            </a:lvl6pPr>
            <a:lvl7pPr lvl="6">
              <a:lnSpc>
                <a:spcPct val="90000"/>
              </a:lnSpc>
              <a:spcBef>
                <a:spcPts val="0"/>
              </a:spcBef>
              <a:spcAft>
                <a:spcPts val="0"/>
              </a:spcAft>
              <a:buClr>
                <a:schemeClr val="lt1"/>
              </a:buClr>
              <a:buSzPts val="2400"/>
              <a:buNone/>
              <a:defRPr sz="2400">
                <a:solidFill>
                  <a:schemeClr val="lt1"/>
                </a:solidFill>
              </a:defRPr>
            </a:lvl7pPr>
            <a:lvl8pPr lvl="7">
              <a:lnSpc>
                <a:spcPct val="90000"/>
              </a:lnSpc>
              <a:spcBef>
                <a:spcPts val="0"/>
              </a:spcBef>
              <a:spcAft>
                <a:spcPts val="0"/>
              </a:spcAft>
              <a:buClr>
                <a:schemeClr val="lt1"/>
              </a:buClr>
              <a:buSzPts val="2400"/>
              <a:buNone/>
              <a:defRPr sz="2400">
                <a:solidFill>
                  <a:schemeClr val="lt1"/>
                </a:solidFill>
              </a:defRPr>
            </a:lvl8pPr>
            <a:lvl9pPr lvl="8">
              <a:lnSpc>
                <a:spcPct val="90000"/>
              </a:lnSpc>
              <a:spcBef>
                <a:spcPts val="0"/>
              </a:spcBef>
              <a:spcAft>
                <a:spcPts val="0"/>
              </a:spcAft>
              <a:buClr>
                <a:schemeClr val="lt1"/>
              </a:buClr>
              <a:buSzPts val="2400"/>
              <a:buNone/>
              <a:defRPr sz="2400">
                <a:solidFill>
                  <a:schemeClr val="lt1"/>
                </a:solidFill>
              </a:defRPr>
            </a:lvl9pPr>
          </a:lstStyle>
          <a:p/>
        </p:txBody>
      </p:sp>
      <p:sp>
        <p:nvSpPr>
          <p:cNvPr id="101" name="Google Shape;101;p22"/>
          <p:cNvSpPr txBox="1"/>
          <p:nvPr>
            <p:ph idx="4" type="body"/>
          </p:nvPr>
        </p:nvSpPr>
        <p:spPr>
          <a:xfrm>
            <a:off x="6417300" y="8267007"/>
            <a:ext cx="5453400" cy="1402200"/>
          </a:xfrm>
          <a:prstGeom prst="rect">
            <a:avLst/>
          </a:prstGeom>
        </p:spPr>
        <p:txBody>
          <a:bodyPr anchorCtr="0" anchor="t" bIns="182850" lIns="182850" spcFirstLastPara="1" rIns="182850" wrap="square" tIns="182850">
            <a:noAutofit/>
          </a:bodyPr>
          <a:lstStyle>
            <a:lvl1pPr indent="-355600" lvl="0" marL="457200">
              <a:spcBef>
                <a:spcPts val="0"/>
              </a:spcBef>
              <a:spcAft>
                <a:spcPts val="0"/>
              </a:spcAft>
              <a:buClr>
                <a:schemeClr val="lt1"/>
              </a:buClr>
              <a:buSzPts val="2000"/>
              <a:buChar char="●"/>
              <a:defRPr sz="2000">
                <a:solidFill>
                  <a:schemeClr val="lt1"/>
                </a:solidFill>
              </a:defRPr>
            </a:lvl1pPr>
            <a:lvl2pPr indent="-355600" lvl="1" marL="914400">
              <a:spcBef>
                <a:spcPts val="0"/>
              </a:spcBef>
              <a:spcAft>
                <a:spcPts val="0"/>
              </a:spcAft>
              <a:buClr>
                <a:schemeClr val="lt1"/>
              </a:buClr>
              <a:buSzPts val="2000"/>
              <a:buChar char="○"/>
              <a:defRPr sz="2000">
                <a:solidFill>
                  <a:schemeClr val="lt1"/>
                </a:solidFill>
              </a:defRPr>
            </a:lvl2pPr>
            <a:lvl3pPr indent="-355600" lvl="2" marL="1371600">
              <a:spcBef>
                <a:spcPts val="0"/>
              </a:spcBef>
              <a:spcAft>
                <a:spcPts val="0"/>
              </a:spcAft>
              <a:buClr>
                <a:schemeClr val="lt1"/>
              </a:buClr>
              <a:buSzPts val="2000"/>
              <a:buChar char="■"/>
              <a:defRPr sz="2000">
                <a:solidFill>
                  <a:schemeClr val="lt1"/>
                </a:solidFill>
              </a:defRPr>
            </a:lvl3pPr>
            <a:lvl4pPr indent="-355600" lvl="3" marL="1828800">
              <a:spcBef>
                <a:spcPts val="0"/>
              </a:spcBef>
              <a:spcAft>
                <a:spcPts val="0"/>
              </a:spcAft>
              <a:buClr>
                <a:schemeClr val="lt1"/>
              </a:buClr>
              <a:buSzPts val="2000"/>
              <a:buChar char="●"/>
              <a:defRPr sz="2000">
                <a:solidFill>
                  <a:schemeClr val="lt1"/>
                </a:solidFill>
              </a:defRPr>
            </a:lvl4pPr>
            <a:lvl5pPr indent="-355600" lvl="4" marL="2286000">
              <a:spcBef>
                <a:spcPts val="0"/>
              </a:spcBef>
              <a:spcAft>
                <a:spcPts val="0"/>
              </a:spcAft>
              <a:buClr>
                <a:schemeClr val="lt1"/>
              </a:buClr>
              <a:buSzPts val="2000"/>
              <a:buChar char="○"/>
              <a:defRPr sz="2000">
                <a:solidFill>
                  <a:schemeClr val="lt1"/>
                </a:solidFill>
              </a:defRPr>
            </a:lvl5pPr>
            <a:lvl6pPr indent="-355600" lvl="5" marL="2743200">
              <a:spcBef>
                <a:spcPts val="0"/>
              </a:spcBef>
              <a:spcAft>
                <a:spcPts val="0"/>
              </a:spcAft>
              <a:buClr>
                <a:schemeClr val="lt1"/>
              </a:buClr>
              <a:buSzPts val="2000"/>
              <a:buChar char="■"/>
              <a:defRPr sz="2000">
                <a:solidFill>
                  <a:schemeClr val="lt1"/>
                </a:solidFill>
              </a:defRPr>
            </a:lvl6pPr>
            <a:lvl7pPr indent="-355600" lvl="6" marL="3200400">
              <a:spcBef>
                <a:spcPts val="0"/>
              </a:spcBef>
              <a:spcAft>
                <a:spcPts val="0"/>
              </a:spcAft>
              <a:buClr>
                <a:schemeClr val="lt1"/>
              </a:buClr>
              <a:buSzPts val="2000"/>
              <a:buChar char="●"/>
              <a:defRPr sz="2000">
                <a:solidFill>
                  <a:schemeClr val="lt1"/>
                </a:solidFill>
              </a:defRPr>
            </a:lvl7pPr>
            <a:lvl8pPr indent="-355600" lvl="7" marL="3657600">
              <a:spcBef>
                <a:spcPts val="0"/>
              </a:spcBef>
              <a:spcAft>
                <a:spcPts val="0"/>
              </a:spcAft>
              <a:buClr>
                <a:schemeClr val="lt1"/>
              </a:buClr>
              <a:buSzPts val="2000"/>
              <a:buChar char="○"/>
              <a:defRPr sz="2000">
                <a:solidFill>
                  <a:schemeClr val="lt1"/>
                </a:solidFill>
              </a:defRPr>
            </a:lvl8pPr>
            <a:lvl9pPr indent="-355600" lvl="8" marL="4114800">
              <a:spcBef>
                <a:spcPts val="0"/>
              </a:spcBef>
              <a:spcAft>
                <a:spcPts val="0"/>
              </a:spcAft>
              <a:buClr>
                <a:schemeClr val="lt1"/>
              </a:buClr>
              <a:buSzPts val="2000"/>
              <a:buChar char="■"/>
              <a:defRPr sz="2000">
                <a:solidFill>
                  <a:schemeClr val="lt1"/>
                </a:solidFill>
              </a:defRPr>
            </a:lvl9pPr>
          </a:lstStyle>
          <a:p/>
        </p:txBody>
      </p:sp>
      <p:sp>
        <p:nvSpPr>
          <p:cNvPr id="102" name="Google Shape;102;p22"/>
          <p:cNvSpPr txBox="1"/>
          <p:nvPr>
            <p:ph idx="5" type="title"/>
          </p:nvPr>
        </p:nvSpPr>
        <p:spPr>
          <a:xfrm>
            <a:off x="12537900" y="7265397"/>
            <a:ext cx="5453400" cy="1001400"/>
          </a:xfrm>
          <a:prstGeom prst="rect">
            <a:avLst/>
          </a:prstGeom>
        </p:spPr>
        <p:txBody>
          <a:bodyPr anchorCtr="0" anchor="t" bIns="182850" lIns="182850" spcFirstLastPara="1" rIns="182850" wrap="square" tIns="182850">
            <a:noAutofit/>
          </a:bodyPr>
          <a:lstStyle>
            <a:lvl1pPr lvl="0">
              <a:lnSpc>
                <a:spcPct val="90000"/>
              </a:lnSpc>
              <a:spcBef>
                <a:spcPts val="0"/>
              </a:spcBef>
              <a:spcAft>
                <a:spcPts val="0"/>
              </a:spcAft>
              <a:buClr>
                <a:schemeClr val="lt1"/>
              </a:buClr>
              <a:buSzPts val="2400"/>
              <a:buNone/>
              <a:defRPr sz="2400">
                <a:solidFill>
                  <a:schemeClr val="lt1"/>
                </a:solidFill>
              </a:defRPr>
            </a:lvl1pPr>
            <a:lvl2pPr lvl="1">
              <a:lnSpc>
                <a:spcPct val="90000"/>
              </a:lnSpc>
              <a:spcBef>
                <a:spcPts val="0"/>
              </a:spcBef>
              <a:spcAft>
                <a:spcPts val="0"/>
              </a:spcAft>
              <a:buClr>
                <a:schemeClr val="lt1"/>
              </a:buClr>
              <a:buSzPts val="2400"/>
              <a:buNone/>
              <a:defRPr sz="2400">
                <a:solidFill>
                  <a:schemeClr val="lt1"/>
                </a:solidFill>
              </a:defRPr>
            </a:lvl2pPr>
            <a:lvl3pPr lvl="2">
              <a:lnSpc>
                <a:spcPct val="90000"/>
              </a:lnSpc>
              <a:spcBef>
                <a:spcPts val="0"/>
              </a:spcBef>
              <a:spcAft>
                <a:spcPts val="0"/>
              </a:spcAft>
              <a:buClr>
                <a:schemeClr val="lt1"/>
              </a:buClr>
              <a:buSzPts val="2400"/>
              <a:buNone/>
              <a:defRPr sz="2400">
                <a:solidFill>
                  <a:schemeClr val="lt1"/>
                </a:solidFill>
              </a:defRPr>
            </a:lvl3pPr>
            <a:lvl4pPr lvl="3">
              <a:lnSpc>
                <a:spcPct val="90000"/>
              </a:lnSpc>
              <a:spcBef>
                <a:spcPts val="0"/>
              </a:spcBef>
              <a:spcAft>
                <a:spcPts val="0"/>
              </a:spcAft>
              <a:buClr>
                <a:schemeClr val="lt1"/>
              </a:buClr>
              <a:buSzPts val="2400"/>
              <a:buNone/>
              <a:defRPr sz="2400">
                <a:solidFill>
                  <a:schemeClr val="lt1"/>
                </a:solidFill>
              </a:defRPr>
            </a:lvl4pPr>
            <a:lvl5pPr lvl="4">
              <a:lnSpc>
                <a:spcPct val="90000"/>
              </a:lnSpc>
              <a:spcBef>
                <a:spcPts val="0"/>
              </a:spcBef>
              <a:spcAft>
                <a:spcPts val="0"/>
              </a:spcAft>
              <a:buClr>
                <a:schemeClr val="lt1"/>
              </a:buClr>
              <a:buSzPts val="2400"/>
              <a:buNone/>
              <a:defRPr sz="2400">
                <a:solidFill>
                  <a:schemeClr val="lt1"/>
                </a:solidFill>
              </a:defRPr>
            </a:lvl5pPr>
            <a:lvl6pPr lvl="5">
              <a:lnSpc>
                <a:spcPct val="90000"/>
              </a:lnSpc>
              <a:spcBef>
                <a:spcPts val="0"/>
              </a:spcBef>
              <a:spcAft>
                <a:spcPts val="0"/>
              </a:spcAft>
              <a:buClr>
                <a:schemeClr val="lt1"/>
              </a:buClr>
              <a:buSzPts val="2400"/>
              <a:buNone/>
              <a:defRPr sz="2400">
                <a:solidFill>
                  <a:schemeClr val="lt1"/>
                </a:solidFill>
              </a:defRPr>
            </a:lvl6pPr>
            <a:lvl7pPr lvl="6">
              <a:lnSpc>
                <a:spcPct val="90000"/>
              </a:lnSpc>
              <a:spcBef>
                <a:spcPts val="0"/>
              </a:spcBef>
              <a:spcAft>
                <a:spcPts val="0"/>
              </a:spcAft>
              <a:buClr>
                <a:schemeClr val="lt1"/>
              </a:buClr>
              <a:buSzPts val="2400"/>
              <a:buNone/>
              <a:defRPr sz="2400">
                <a:solidFill>
                  <a:schemeClr val="lt1"/>
                </a:solidFill>
              </a:defRPr>
            </a:lvl7pPr>
            <a:lvl8pPr lvl="7">
              <a:lnSpc>
                <a:spcPct val="90000"/>
              </a:lnSpc>
              <a:spcBef>
                <a:spcPts val="0"/>
              </a:spcBef>
              <a:spcAft>
                <a:spcPts val="0"/>
              </a:spcAft>
              <a:buClr>
                <a:schemeClr val="lt1"/>
              </a:buClr>
              <a:buSzPts val="2400"/>
              <a:buNone/>
              <a:defRPr sz="2400">
                <a:solidFill>
                  <a:schemeClr val="lt1"/>
                </a:solidFill>
              </a:defRPr>
            </a:lvl8pPr>
            <a:lvl9pPr lvl="8">
              <a:lnSpc>
                <a:spcPct val="90000"/>
              </a:lnSpc>
              <a:spcBef>
                <a:spcPts val="0"/>
              </a:spcBef>
              <a:spcAft>
                <a:spcPts val="0"/>
              </a:spcAft>
              <a:buClr>
                <a:schemeClr val="lt1"/>
              </a:buClr>
              <a:buSzPts val="2400"/>
              <a:buNone/>
              <a:defRPr sz="2400">
                <a:solidFill>
                  <a:schemeClr val="lt1"/>
                </a:solidFill>
              </a:defRPr>
            </a:lvl9pPr>
          </a:lstStyle>
          <a:p/>
        </p:txBody>
      </p:sp>
      <p:sp>
        <p:nvSpPr>
          <p:cNvPr id="103" name="Google Shape;103;p22"/>
          <p:cNvSpPr txBox="1"/>
          <p:nvPr>
            <p:ph idx="6" type="body"/>
          </p:nvPr>
        </p:nvSpPr>
        <p:spPr>
          <a:xfrm>
            <a:off x="12537900" y="8267007"/>
            <a:ext cx="5453400" cy="1402200"/>
          </a:xfrm>
          <a:prstGeom prst="rect">
            <a:avLst/>
          </a:prstGeom>
        </p:spPr>
        <p:txBody>
          <a:bodyPr anchorCtr="0" anchor="t" bIns="182850" lIns="182850" spcFirstLastPara="1" rIns="182850" wrap="square" tIns="182850">
            <a:noAutofit/>
          </a:bodyPr>
          <a:lstStyle>
            <a:lvl1pPr indent="-355600" lvl="0" marL="457200">
              <a:spcBef>
                <a:spcPts val="0"/>
              </a:spcBef>
              <a:spcAft>
                <a:spcPts val="0"/>
              </a:spcAft>
              <a:buClr>
                <a:schemeClr val="lt1"/>
              </a:buClr>
              <a:buSzPts val="2000"/>
              <a:buChar char="●"/>
              <a:defRPr sz="2000">
                <a:solidFill>
                  <a:schemeClr val="lt1"/>
                </a:solidFill>
              </a:defRPr>
            </a:lvl1pPr>
            <a:lvl2pPr indent="-355600" lvl="1" marL="914400">
              <a:spcBef>
                <a:spcPts val="0"/>
              </a:spcBef>
              <a:spcAft>
                <a:spcPts val="0"/>
              </a:spcAft>
              <a:buClr>
                <a:schemeClr val="lt1"/>
              </a:buClr>
              <a:buSzPts val="2000"/>
              <a:buChar char="○"/>
              <a:defRPr sz="2000">
                <a:solidFill>
                  <a:schemeClr val="lt1"/>
                </a:solidFill>
              </a:defRPr>
            </a:lvl2pPr>
            <a:lvl3pPr indent="-355600" lvl="2" marL="1371600">
              <a:spcBef>
                <a:spcPts val="0"/>
              </a:spcBef>
              <a:spcAft>
                <a:spcPts val="0"/>
              </a:spcAft>
              <a:buClr>
                <a:schemeClr val="lt1"/>
              </a:buClr>
              <a:buSzPts val="2000"/>
              <a:buChar char="■"/>
              <a:defRPr sz="2000">
                <a:solidFill>
                  <a:schemeClr val="lt1"/>
                </a:solidFill>
              </a:defRPr>
            </a:lvl3pPr>
            <a:lvl4pPr indent="-355600" lvl="3" marL="1828800">
              <a:spcBef>
                <a:spcPts val="0"/>
              </a:spcBef>
              <a:spcAft>
                <a:spcPts val="0"/>
              </a:spcAft>
              <a:buClr>
                <a:schemeClr val="lt1"/>
              </a:buClr>
              <a:buSzPts val="2000"/>
              <a:buChar char="●"/>
              <a:defRPr sz="2000">
                <a:solidFill>
                  <a:schemeClr val="lt1"/>
                </a:solidFill>
              </a:defRPr>
            </a:lvl4pPr>
            <a:lvl5pPr indent="-355600" lvl="4" marL="2286000">
              <a:spcBef>
                <a:spcPts val="0"/>
              </a:spcBef>
              <a:spcAft>
                <a:spcPts val="0"/>
              </a:spcAft>
              <a:buClr>
                <a:schemeClr val="lt1"/>
              </a:buClr>
              <a:buSzPts val="2000"/>
              <a:buChar char="○"/>
              <a:defRPr sz="2000">
                <a:solidFill>
                  <a:schemeClr val="lt1"/>
                </a:solidFill>
              </a:defRPr>
            </a:lvl5pPr>
            <a:lvl6pPr indent="-355600" lvl="5" marL="2743200">
              <a:spcBef>
                <a:spcPts val="0"/>
              </a:spcBef>
              <a:spcAft>
                <a:spcPts val="0"/>
              </a:spcAft>
              <a:buClr>
                <a:schemeClr val="lt1"/>
              </a:buClr>
              <a:buSzPts val="2000"/>
              <a:buChar char="■"/>
              <a:defRPr sz="2000">
                <a:solidFill>
                  <a:schemeClr val="lt1"/>
                </a:solidFill>
              </a:defRPr>
            </a:lvl6pPr>
            <a:lvl7pPr indent="-355600" lvl="6" marL="3200400">
              <a:spcBef>
                <a:spcPts val="0"/>
              </a:spcBef>
              <a:spcAft>
                <a:spcPts val="0"/>
              </a:spcAft>
              <a:buClr>
                <a:schemeClr val="lt1"/>
              </a:buClr>
              <a:buSzPts val="2000"/>
              <a:buChar char="●"/>
              <a:defRPr sz="2000">
                <a:solidFill>
                  <a:schemeClr val="lt1"/>
                </a:solidFill>
              </a:defRPr>
            </a:lvl7pPr>
            <a:lvl8pPr indent="-355600" lvl="7" marL="3657600">
              <a:spcBef>
                <a:spcPts val="0"/>
              </a:spcBef>
              <a:spcAft>
                <a:spcPts val="0"/>
              </a:spcAft>
              <a:buClr>
                <a:schemeClr val="lt1"/>
              </a:buClr>
              <a:buSzPts val="2000"/>
              <a:buChar char="○"/>
              <a:defRPr sz="2000">
                <a:solidFill>
                  <a:schemeClr val="lt1"/>
                </a:solidFill>
              </a:defRPr>
            </a:lvl8pPr>
            <a:lvl9pPr indent="-355600" lvl="8" marL="4114800">
              <a:spcBef>
                <a:spcPts val="0"/>
              </a:spcBef>
              <a:spcAft>
                <a:spcPts val="0"/>
              </a:spcAft>
              <a:buClr>
                <a:schemeClr val="lt1"/>
              </a:buClr>
              <a:buSzPts val="2000"/>
              <a:buChar char="■"/>
              <a:defRPr sz="2000">
                <a:solidFill>
                  <a:schemeClr val="lt1"/>
                </a:solidFill>
              </a:defRPr>
            </a:lvl9pPr>
          </a:lstStyle>
          <a:p/>
        </p:txBody>
      </p:sp>
      <p:sp>
        <p:nvSpPr>
          <p:cNvPr id="104" name="Google Shape;104;p22"/>
          <p:cNvSpPr/>
          <p:nvPr>
            <p:ph idx="7" type="pic"/>
          </p:nvPr>
        </p:nvSpPr>
        <p:spPr>
          <a:xfrm>
            <a:off x="6107525" y="1419150"/>
            <a:ext cx="6063600" cy="5610600"/>
          </a:xfrm>
          <a:prstGeom prst="rect">
            <a:avLst/>
          </a:prstGeom>
          <a:noFill/>
          <a:ln>
            <a:noFill/>
          </a:ln>
        </p:spPr>
      </p:sp>
      <p:sp>
        <p:nvSpPr>
          <p:cNvPr id="105" name="Google Shape;105;p22"/>
          <p:cNvSpPr/>
          <p:nvPr>
            <p:ph idx="8" type="pic"/>
          </p:nvPr>
        </p:nvSpPr>
        <p:spPr>
          <a:xfrm>
            <a:off x="12190950" y="1419150"/>
            <a:ext cx="6097200" cy="5610600"/>
          </a:xfrm>
          <a:prstGeom prst="rect">
            <a:avLst/>
          </a:prstGeom>
          <a:noFill/>
          <a:ln>
            <a:noFill/>
          </a:ln>
        </p:spPr>
      </p:sp>
      <p:cxnSp>
        <p:nvCxnSpPr>
          <p:cNvPr id="106" name="Google Shape;106;p22"/>
          <p:cNvCxnSpPr/>
          <p:nvPr/>
        </p:nvCxnSpPr>
        <p:spPr>
          <a:xfrm>
            <a:off x="6097050" y="1407300"/>
            <a:ext cx="0" cy="8897400"/>
          </a:xfrm>
          <a:prstGeom prst="straightConnector1">
            <a:avLst/>
          </a:prstGeom>
          <a:noFill/>
          <a:ln cap="flat" cmpd="sng" w="9525">
            <a:solidFill>
              <a:schemeClr val="lt1"/>
            </a:solidFill>
            <a:prstDash val="solid"/>
            <a:round/>
            <a:headEnd len="med" w="med" type="none"/>
            <a:tailEnd len="med" w="med" type="none"/>
          </a:ln>
        </p:spPr>
      </p:cxnSp>
      <p:cxnSp>
        <p:nvCxnSpPr>
          <p:cNvPr id="107" name="Google Shape;107;p22"/>
          <p:cNvCxnSpPr/>
          <p:nvPr/>
        </p:nvCxnSpPr>
        <p:spPr>
          <a:xfrm>
            <a:off x="12181150" y="1407300"/>
            <a:ext cx="0" cy="8897400"/>
          </a:xfrm>
          <a:prstGeom prst="straightConnector1">
            <a:avLst/>
          </a:prstGeom>
          <a:noFill/>
          <a:ln cap="flat" cmpd="sng" w="9525">
            <a:solidFill>
              <a:schemeClr val="lt1"/>
            </a:solidFill>
            <a:prstDash val="solid"/>
            <a:round/>
            <a:headEnd len="med" w="med" type="none"/>
            <a:tailEnd len="med" w="med" type="none"/>
          </a:ln>
        </p:spPr>
      </p:cxnSp>
      <p:cxnSp>
        <p:nvCxnSpPr>
          <p:cNvPr id="108" name="Google Shape;108;p22"/>
          <p:cNvCxnSpPr/>
          <p:nvPr/>
        </p:nvCxnSpPr>
        <p:spPr>
          <a:xfrm rot="10800000">
            <a:off x="0" y="7040400"/>
            <a:ext cx="18304800" cy="0"/>
          </a:xfrm>
          <a:prstGeom prst="straightConnector1">
            <a:avLst/>
          </a:prstGeom>
          <a:noFill/>
          <a:ln cap="flat" cmpd="sng" w="9525">
            <a:solidFill>
              <a:schemeClr val="lt1"/>
            </a:solidFill>
            <a:prstDash val="solid"/>
            <a:round/>
            <a:headEnd len="med" w="med" type="none"/>
            <a:tailEnd len="med" w="med" type="none"/>
          </a:ln>
        </p:spPr>
      </p:cxnSp>
      <p:cxnSp>
        <p:nvCxnSpPr>
          <p:cNvPr id="109" name="Google Shape;109;p22"/>
          <p:cNvCxnSpPr/>
          <p:nvPr/>
        </p:nvCxnSpPr>
        <p:spPr>
          <a:xfrm rot="10800000">
            <a:off x="0" y="1409450"/>
            <a:ext cx="18304800" cy="0"/>
          </a:xfrm>
          <a:prstGeom prst="straightConnector1">
            <a:avLst/>
          </a:prstGeom>
          <a:noFill/>
          <a:ln cap="flat" cmpd="sng" w="9525">
            <a:solidFill>
              <a:schemeClr val="lt1"/>
            </a:solidFill>
            <a:prstDash val="solid"/>
            <a:round/>
            <a:headEnd len="med" w="med" type="none"/>
            <a:tailEnd len="med" w="med" type="none"/>
          </a:ln>
        </p:spPr>
      </p:cxnSp>
      <p:sp>
        <p:nvSpPr>
          <p:cNvPr id="110" name="Google Shape;110;p22"/>
          <p:cNvSpPr txBox="1"/>
          <p:nvPr>
            <p:ph idx="9" type="title"/>
          </p:nvPr>
        </p:nvSpPr>
        <p:spPr>
          <a:xfrm>
            <a:off x="644550" y="233250"/>
            <a:ext cx="16989600" cy="787200"/>
          </a:xfrm>
          <a:prstGeom prst="rect">
            <a:avLst/>
          </a:prstGeom>
        </p:spPr>
        <p:txBody>
          <a:bodyPr anchorCtr="0" anchor="t" bIns="182850" lIns="182850" spcFirstLastPara="1" rIns="182850" wrap="square" tIns="182850">
            <a:normAutofit/>
          </a:bodyPr>
          <a:lstStyle>
            <a:lvl1pPr lvl="0">
              <a:spcBef>
                <a:spcPts val="0"/>
              </a:spcBef>
              <a:spcAft>
                <a:spcPts val="0"/>
              </a:spcAft>
              <a:buClr>
                <a:schemeClr val="dk2"/>
              </a:buClr>
              <a:buSzPts val="5600"/>
              <a:buNone/>
              <a:defRPr>
                <a:solidFill>
                  <a:schemeClr val="dk2"/>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AND_TWO_COLUMNS_1">
    <p:bg>
      <p:bgPr>
        <a:solidFill>
          <a:schemeClr val="dk1"/>
        </a:solidFill>
      </p:bgPr>
    </p:bg>
    <p:spTree>
      <p:nvGrpSpPr>
        <p:cNvPr id="111" name="Shape 111"/>
        <p:cNvGrpSpPr/>
        <p:nvPr/>
      </p:nvGrpSpPr>
      <p:grpSpPr>
        <a:xfrm>
          <a:off x="0" y="0"/>
          <a:ext cx="0" cy="0"/>
          <a:chOff x="0" y="0"/>
          <a:chExt cx="0" cy="0"/>
        </a:xfrm>
      </p:grpSpPr>
      <p:sp>
        <p:nvSpPr>
          <p:cNvPr id="112" name="Google Shape;112;p23"/>
          <p:cNvSpPr/>
          <p:nvPr>
            <p:ph idx="2" type="pic"/>
          </p:nvPr>
        </p:nvSpPr>
        <p:spPr>
          <a:xfrm>
            <a:off x="-10450" y="1419150"/>
            <a:ext cx="6097200" cy="2937000"/>
          </a:xfrm>
          <a:prstGeom prst="rect">
            <a:avLst/>
          </a:prstGeom>
          <a:noFill/>
          <a:ln>
            <a:noFill/>
          </a:ln>
        </p:spPr>
      </p:sp>
      <p:sp>
        <p:nvSpPr>
          <p:cNvPr id="113" name="Google Shape;113;p23"/>
          <p:cNvSpPr/>
          <p:nvPr>
            <p:ph idx="3" type="pic"/>
          </p:nvPr>
        </p:nvSpPr>
        <p:spPr>
          <a:xfrm>
            <a:off x="6107525" y="1419150"/>
            <a:ext cx="6063600" cy="2937000"/>
          </a:xfrm>
          <a:prstGeom prst="rect">
            <a:avLst/>
          </a:prstGeom>
          <a:noFill/>
          <a:ln>
            <a:noFill/>
          </a:ln>
        </p:spPr>
      </p:sp>
      <p:sp>
        <p:nvSpPr>
          <p:cNvPr id="114" name="Google Shape;114;p23"/>
          <p:cNvSpPr/>
          <p:nvPr>
            <p:ph idx="4" type="pic"/>
          </p:nvPr>
        </p:nvSpPr>
        <p:spPr>
          <a:xfrm>
            <a:off x="12190950" y="1419150"/>
            <a:ext cx="6097200" cy="2937000"/>
          </a:xfrm>
          <a:prstGeom prst="rect">
            <a:avLst/>
          </a:prstGeom>
          <a:noFill/>
          <a:ln>
            <a:noFill/>
          </a:ln>
        </p:spPr>
      </p:sp>
      <p:cxnSp>
        <p:nvCxnSpPr>
          <p:cNvPr id="115" name="Google Shape;115;p23"/>
          <p:cNvCxnSpPr/>
          <p:nvPr/>
        </p:nvCxnSpPr>
        <p:spPr>
          <a:xfrm rot="10800000">
            <a:off x="0" y="1409450"/>
            <a:ext cx="18304800" cy="0"/>
          </a:xfrm>
          <a:prstGeom prst="straightConnector1">
            <a:avLst/>
          </a:prstGeom>
          <a:noFill/>
          <a:ln cap="flat" cmpd="sng" w="9525">
            <a:solidFill>
              <a:schemeClr val="lt1"/>
            </a:solidFill>
            <a:prstDash val="solid"/>
            <a:round/>
            <a:headEnd len="med" w="med" type="none"/>
            <a:tailEnd len="med" w="med" type="none"/>
          </a:ln>
        </p:spPr>
      </p:cxnSp>
      <p:sp>
        <p:nvSpPr>
          <p:cNvPr id="116" name="Google Shape;116;p23"/>
          <p:cNvSpPr txBox="1"/>
          <p:nvPr>
            <p:ph type="title"/>
          </p:nvPr>
        </p:nvSpPr>
        <p:spPr>
          <a:xfrm>
            <a:off x="644550" y="233250"/>
            <a:ext cx="16989600" cy="787200"/>
          </a:xfrm>
          <a:prstGeom prst="rect">
            <a:avLst/>
          </a:prstGeom>
        </p:spPr>
        <p:txBody>
          <a:bodyPr anchorCtr="0" anchor="t" bIns="182850" lIns="182850" spcFirstLastPara="1" rIns="182850" wrap="square" tIns="182850">
            <a:normAutofit/>
          </a:bodyPr>
          <a:lstStyle>
            <a:lvl1pPr lvl="0">
              <a:spcBef>
                <a:spcPts val="0"/>
              </a:spcBef>
              <a:spcAft>
                <a:spcPts val="0"/>
              </a:spcAft>
              <a:buClr>
                <a:schemeClr val="dk2"/>
              </a:buClr>
              <a:buSzPts val="5600"/>
              <a:buNone/>
              <a:defRPr>
                <a:solidFill>
                  <a:schemeClr val="dk2"/>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17" name="Google Shape;117;p23"/>
          <p:cNvSpPr/>
          <p:nvPr>
            <p:ph idx="5" type="pic"/>
          </p:nvPr>
        </p:nvSpPr>
        <p:spPr>
          <a:xfrm>
            <a:off x="-9950" y="4384443"/>
            <a:ext cx="6097200" cy="2937000"/>
          </a:xfrm>
          <a:prstGeom prst="rect">
            <a:avLst/>
          </a:prstGeom>
          <a:noFill/>
          <a:ln>
            <a:noFill/>
          </a:ln>
        </p:spPr>
      </p:sp>
      <p:sp>
        <p:nvSpPr>
          <p:cNvPr id="118" name="Google Shape;118;p23"/>
          <p:cNvSpPr/>
          <p:nvPr>
            <p:ph idx="6" type="pic"/>
          </p:nvPr>
        </p:nvSpPr>
        <p:spPr>
          <a:xfrm>
            <a:off x="6108025" y="4384443"/>
            <a:ext cx="6063600" cy="2937000"/>
          </a:xfrm>
          <a:prstGeom prst="rect">
            <a:avLst/>
          </a:prstGeom>
          <a:noFill/>
          <a:ln>
            <a:noFill/>
          </a:ln>
        </p:spPr>
      </p:sp>
      <p:sp>
        <p:nvSpPr>
          <p:cNvPr id="119" name="Google Shape;119;p23"/>
          <p:cNvSpPr/>
          <p:nvPr>
            <p:ph idx="7" type="pic"/>
          </p:nvPr>
        </p:nvSpPr>
        <p:spPr>
          <a:xfrm>
            <a:off x="12191450" y="4384443"/>
            <a:ext cx="6097200" cy="2937000"/>
          </a:xfrm>
          <a:prstGeom prst="rect">
            <a:avLst/>
          </a:prstGeom>
          <a:noFill/>
          <a:ln>
            <a:noFill/>
          </a:ln>
        </p:spPr>
      </p:sp>
      <p:sp>
        <p:nvSpPr>
          <p:cNvPr id="120" name="Google Shape;120;p23"/>
          <p:cNvSpPr/>
          <p:nvPr>
            <p:ph idx="8" type="pic"/>
          </p:nvPr>
        </p:nvSpPr>
        <p:spPr>
          <a:xfrm>
            <a:off x="-9950" y="7349746"/>
            <a:ext cx="6097200" cy="2937000"/>
          </a:xfrm>
          <a:prstGeom prst="rect">
            <a:avLst/>
          </a:prstGeom>
          <a:noFill/>
          <a:ln>
            <a:noFill/>
          </a:ln>
        </p:spPr>
      </p:sp>
      <p:sp>
        <p:nvSpPr>
          <p:cNvPr id="121" name="Google Shape;121;p23"/>
          <p:cNvSpPr/>
          <p:nvPr>
            <p:ph idx="9" type="pic"/>
          </p:nvPr>
        </p:nvSpPr>
        <p:spPr>
          <a:xfrm>
            <a:off x="6108025" y="7349746"/>
            <a:ext cx="6063600" cy="2937000"/>
          </a:xfrm>
          <a:prstGeom prst="rect">
            <a:avLst/>
          </a:prstGeom>
          <a:noFill/>
          <a:ln>
            <a:noFill/>
          </a:ln>
        </p:spPr>
      </p:sp>
      <p:sp>
        <p:nvSpPr>
          <p:cNvPr id="122" name="Google Shape;122;p23"/>
          <p:cNvSpPr/>
          <p:nvPr>
            <p:ph idx="13" type="pic"/>
          </p:nvPr>
        </p:nvSpPr>
        <p:spPr>
          <a:xfrm>
            <a:off x="12191450" y="7349746"/>
            <a:ext cx="6097200" cy="2937000"/>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type="titleOnly">
  <p:cSld name="TITLE_ONLY">
    <p:spTree>
      <p:nvGrpSpPr>
        <p:cNvPr id="123" name="Shape 123"/>
        <p:cNvGrpSpPr/>
        <p:nvPr/>
      </p:nvGrpSpPr>
      <p:grpSpPr>
        <a:xfrm>
          <a:off x="0" y="0"/>
          <a:ext cx="0" cy="0"/>
          <a:chOff x="0" y="0"/>
          <a:chExt cx="0" cy="0"/>
        </a:xfrm>
      </p:grpSpPr>
      <p:sp>
        <p:nvSpPr>
          <p:cNvPr id="124" name="Google Shape;124;p2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24"/>
          <p:cNvSpPr txBox="1"/>
          <p:nvPr>
            <p:ph idx="1" type="body"/>
          </p:nvPr>
        </p:nvSpPr>
        <p:spPr>
          <a:xfrm>
            <a:off x="453050" y="5990882"/>
            <a:ext cx="17346000" cy="3862200"/>
          </a:xfrm>
          <a:prstGeom prst="rect">
            <a:avLst/>
          </a:prstGeom>
        </p:spPr>
        <p:txBody>
          <a:bodyPr anchorCtr="0" anchor="b" bIns="182850" lIns="182850" spcFirstLastPara="1" rIns="182850" wrap="square" tIns="182850">
            <a:normAutofit/>
          </a:bodyPr>
          <a:lstStyle>
            <a:lvl1pPr indent="-596900" lvl="0" marL="4572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1pPr>
            <a:lvl2pPr indent="-596900" lvl="1" marL="9144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2pPr>
            <a:lvl3pPr indent="-596900" lvl="2" marL="13716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3pPr>
            <a:lvl4pPr indent="-596900" lvl="3" marL="18288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4pPr>
            <a:lvl5pPr indent="-596900" lvl="4" marL="22860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5pPr>
            <a:lvl6pPr indent="-596900" lvl="5" marL="27432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6pPr>
            <a:lvl7pPr indent="-596900" lvl="6" marL="32004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7pPr>
            <a:lvl8pPr indent="-596900" lvl="7" marL="36576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8pPr>
            <a:lvl9pPr indent="-596900" lvl="8" marL="41148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TITLE_ONLY_1">
    <p:bg>
      <p:bgPr>
        <a:solidFill>
          <a:schemeClr val="dk1"/>
        </a:solidFill>
      </p:bgPr>
    </p:bg>
    <p:spTree>
      <p:nvGrpSpPr>
        <p:cNvPr id="126" name="Shape 126"/>
        <p:cNvGrpSpPr/>
        <p:nvPr/>
      </p:nvGrpSpPr>
      <p:grpSpPr>
        <a:xfrm>
          <a:off x="0" y="0"/>
          <a:ext cx="0" cy="0"/>
          <a:chOff x="0" y="0"/>
          <a:chExt cx="0" cy="0"/>
        </a:xfrm>
      </p:grpSpPr>
      <p:sp>
        <p:nvSpPr>
          <p:cNvPr id="127" name="Google Shape;127;p25"/>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8" name="Google Shape;128;p25"/>
          <p:cNvSpPr txBox="1"/>
          <p:nvPr>
            <p:ph idx="1" type="body"/>
          </p:nvPr>
        </p:nvSpPr>
        <p:spPr>
          <a:xfrm>
            <a:off x="453050" y="5990882"/>
            <a:ext cx="17346000" cy="3862200"/>
          </a:xfrm>
          <a:prstGeom prst="rect">
            <a:avLst/>
          </a:prstGeom>
        </p:spPr>
        <p:txBody>
          <a:bodyPr anchorCtr="0" anchor="b" bIns="182850" lIns="182850" spcFirstLastPara="1" rIns="182850" wrap="square" tIns="182850">
            <a:normAutofit/>
          </a:bodyPr>
          <a:lstStyle>
            <a:lvl1pPr indent="-596900" lvl="0" marL="4572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1pPr>
            <a:lvl2pPr indent="-596900" lvl="1" marL="9144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2pPr>
            <a:lvl3pPr indent="-596900" lvl="2" marL="13716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3pPr>
            <a:lvl4pPr indent="-596900" lvl="3" marL="18288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4pPr>
            <a:lvl5pPr indent="-596900" lvl="4" marL="22860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5pPr>
            <a:lvl6pPr indent="-596900" lvl="5" marL="27432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6pPr>
            <a:lvl7pPr indent="-596900" lvl="6" marL="32004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7pPr>
            <a:lvl8pPr indent="-596900" lvl="7" marL="36576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8pPr>
            <a:lvl9pPr indent="-596900" lvl="8" marL="41148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ONE_COLUMN_TEXT">
    <p:bg>
      <p:bgPr>
        <a:solidFill>
          <a:schemeClr val="dk1"/>
        </a:solidFill>
      </p:bgPr>
    </p:bg>
    <p:spTree>
      <p:nvGrpSpPr>
        <p:cNvPr id="129" name="Shape 129"/>
        <p:cNvGrpSpPr/>
        <p:nvPr/>
      </p:nvGrpSpPr>
      <p:grpSpPr>
        <a:xfrm>
          <a:off x="0" y="0"/>
          <a:ext cx="0" cy="0"/>
          <a:chOff x="0" y="0"/>
          <a:chExt cx="0" cy="0"/>
        </a:xfrm>
      </p:grpSpPr>
      <p:sp>
        <p:nvSpPr>
          <p:cNvPr id="130" name="Google Shape;130;p26"/>
          <p:cNvSpPr/>
          <p:nvPr>
            <p:ph idx="2" type="pic"/>
          </p:nvPr>
        </p:nvSpPr>
        <p:spPr>
          <a:xfrm>
            <a:off x="9152700" y="0"/>
            <a:ext cx="9135000" cy="10307400"/>
          </a:xfrm>
          <a:prstGeom prst="rect">
            <a:avLst/>
          </a:prstGeom>
          <a:noFill/>
          <a:ln cap="flat" cmpd="sng" w="9525">
            <a:solidFill>
              <a:schemeClr val="lt1"/>
            </a:solidFill>
            <a:prstDash val="solid"/>
            <a:round/>
            <a:headEnd len="sm" w="sm" type="none"/>
            <a:tailEnd len="sm" w="sm" type="none"/>
          </a:ln>
        </p:spPr>
      </p:sp>
      <p:sp>
        <p:nvSpPr>
          <p:cNvPr id="131" name="Google Shape;131;p26"/>
          <p:cNvSpPr txBox="1"/>
          <p:nvPr>
            <p:ph idx="1" type="body"/>
          </p:nvPr>
        </p:nvSpPr>
        <p:spPr>
          <a:xfrm>
            <a:off x="453050" y="4160878"/>
            <a:ext cx="8238000" cy="3357600"/>
          </a:xfrm>
          <a:prstGeom prst="rect">
            <a:avLst/>
          </a:prstGeom>
        </p:spPr>
        <p:txBody>
          <a:bodyPr anchorCtr="0" anchor="t" bIns="182850" lIns="182850" spcFirstLastPara="1" rIns="182850" wrap="square" tIns="182850">
            <a:normAutofit/>
          </a:bodyPr>
          <a:lstStyle>
            <a:lvl1pPr indent="-431800" lvl="0" marL="457200">
              <a:spcBef>
                <a:spcPts val="0"/>
              </a:spcBef>
              <a:spcAft>
                <a:spcPts val="0"/>
              </a:spcAft>
              <a:buClr>
                <a:schemeClr val="lt1"/>
              </a:buClr>
              <a:buSzPts val="3200"/>
              <a:buChar char="●"/>
              <a:defRPr sz="3200">
                <a:solidFill>
                  <a:schemeClr val="lt1"/>
                </a:solidFill>
              </a:defRPr>
            </a:lvl1pPr>
            <a:lvl2pPr indent="-431800" lvl="1" marL="914400">
              <a:spcBef>
                <a:spcPts val="0"/>
              </a:spcBef>
              <a:spcAft>
                <a:spcPts val="0"/>
              </a:spcAft>
              <a:buClr>
                <a:schemeClr val="lt1"/>
              </a:buClr>
              <a:buSzPts val="3200"/>
              <a:buChar char="○"/>
              <a:defRPr sz="3200">
                <a:solidFill>
                  <a:schemeClr val="lt1"/>
                </a:solidFill>
              </a:defRPr>
            </a:lvl2pPr>
            <a:lvl3pPr indent="-431800" lvl="2" marL="1371600">
              <a:spcBef>
                <a:spcPts val="0"/>
              </a:spcBef>
              <a:spcAft>
                <a:spcPts val="0"/>
              </a:spcAft>
              <a:buClr>
                <a:schemeClr val="lt1"/>
              </a:buClr>
              <a:buSzPts val="3200"/>
              <a:buChar char="■"/>
              <a:defRPr sz="3200">
                <a:solidFill>
                  <a:schemeClr val="lt1"/>
                </a:solidFill>
              </a:defRPr>
            </a:lvl3pPr>
            <a:lvl4pPr indent="-431800" lvl="3" marL="1828800">
              <a:spcBef>
                <a:spcPts val="0"/>
              </a:spcBef>
              <a:spcAft>
                <a:spcPts val="0"/>
              </a:spcAft>
              <a:buClr>
                <a:schemeClr val="lt1"/>
              </a:buClr>
              <a:buSzPts val="3200"/>
              <a:buChar char="●"/>
              <a:defRPr sz="3200">
                <a:solidFill>
                  <a:schemeClr val="lt1"/>
                </a:solidFill>
              </a:defRPr>
            </a:lvl4pPr>
            <a:lvl5pPr indent="-431800" lvl="4" marL="2286000">
              <a:spcBef>
                <a:spcPts val="0"/>
              </a:spcBef>
              <a:spcAft>
                <a:spcPts val="0"/>
              </a:spcAft>
              <a:buClr>
                <a:schemeClr val="lt1"/>
              </a:buClr>
              <a:buSzPts val="3200"/>
              <a:buChar char="○"/>
              <a:defRPr sz="3200">
                <a:solidFill>
                  <a:schemeClr val="lt1"/>
                </a:solidFill>
              </a:defRPr>
            </a:lvl5pPr>
            <a:lvl6pPr indent="-431800" lvl="5" marL="2743200">
              <a:spcBef>
                <a:spcPts val="0"/>
              </a:spcBef>
              <a:spcAft>
                <a:spcPts val="0"/>
              </a:spcAft>
              <a:buClr>
                <a:schemeClr val="lt1"/>
              </a:buClr>
              <a:buSzPts val="3200"/>
              <a:buChar char="■"/>
              <a:defRPr sz="3200">
                <a:solidFill>
                  <a:schemeClr val="lt1"/>
                </a:solidFill>
              </a:defRPr>
            </a:lvl6pPr>
            <a:lvl7pPr indent="-431800" lvl="6" marL="3200400">
              <a:spcBef>
                <a:spcPts val="0"/>
              </a:spcBef>
              <a:spcAft>
                <a:spcPts val="0"/>
              </a:spcAft>
              <a:buClr>
                <a:schemeClr val="lt1"/>
              </a:buClr>
              <a:buSzPts val="3200"/>
              <a:buChar char="●"/>
              <a:defRPr sz="3200">
                <a:solidFill>
                  <a:schemeClr val="lt1"/>
                </a:solidFill>
              </a:defRPr>
            </a:lvl7pPr>
            <a:lvl8pPr indent="-431800" lvl="7" marL="3657600">
              <a:spcBef>
                <a:spcPts val="0"/>
              </a:spcBef>
              <a:spcAft>
                <a:spcPts val="0"/>
              </a:spcAft>
              <a:buClr>
                <a:schemeClr val="lt1"/>
              </a:buClr>
              <a:buSzPts val="3200"/>
              <a:buChar char="○"/>
              <a:defRPr sz="3200">
                <a:solidFill>
                  <a:schemeClr val="lt1"/>
                </a:solidFill>
              </a:defRPr>
            </a:lvl8pPr>
            <a:lvl9pPr indent="-431800" lvl="8" marL="4114800">
              <a:spcBef>
                <a:spcPts val="0"/>
              </a:spcBef>
              <a:spcAft>
                <a:spcPts val="0"/>
              </a:spcAft>
              <a:buClr>
                <a:schemeClr val="lt1"/>
              </a:buClr>
              <a:buSzPts val="3200"/>
              <a:buChar char="■"/>
              <a:defRPr sz="3200">
                <a:solidFill>
                  <a:schemeClr val="lt1"/>
                </a:solidFill>
              </a:defRPr>
            </a:lvl9pPr>
          </a:lstStyle>
          <a:p/>
        </p:txBody>
      </p:sp>
      <p:sp>
        <p:nvSpPr>
          <p:cNvPr id="132" name="Google Shape;132;p26"/>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3" name="Google Shape;133;p26"/>
          <p:cNvSpPr txBox="1"/>
          <p:nvPr>
            <p:ph type="title"/>
          </p:nvPr>
        </p:nvSpPr>
        <p:spPr>
          <a:xfrm>
            <a:off x="453050" y="2542199"/>
            <a:ext cx="8238000" cy="1633200"/>
          </a:xfrm>
          <a:prstGeom prst="rect">
            <a:avLst/>
          </a:prstGeom>
        </p:spPr>
        <p:txBody>
          <a:bodyPr anchorCtr="0" anchor="b" bIns="182850" lIns="182850" spcFirstLastPara="1" rIns="182850" wrap="square" tIns="182850">
            <a:noAutofit/>
          </a:bodyPr>
          <a:lstStyle>
            <a:lvl1pPr lvl="0">
              <a:lnSpc>
                <a:spcPct val="80000"/>
              </a:lnSpc>
              <a:spcBef>
                <a:spcPts val="0"/>
              </a:spcBef>
              <a:spcAft>
                <a:spcPts val="0"/>
              </a:spcAft>
              <a:buClr>
                <a:schemeClr val="lt1"/>
              </a:buClr>
              <a:buSzPts val="5000"/>
              <a:buNone/>
              <a:defRPr sz="5000">
                <a:solidFill>
                  <a:schemeClr val="lt1"/>
                </a:solidFill>
              </a:defRPr>
            </a:lvl1pPr>
            <a:lvl2pPr lvl="1">
              <a:lnSpc>
                <a:spcPct val="80000"/>
              </a:lnSpc>
              <a:spcBef>
                <a:spcPts val="0"/>
              </a:spcBef>
              <a:spcAft>
                <a:spcPts val="0"/>
              </a:spcAft>
              <a:buClr>
                <a:schemeClr val="lt1"/>
              </a:buClr>
              <a:buSzPts val="5000"/>
              <a:buNone/>
              <a:defRPr sz="5000">
                <a:solidFill>
                  <a:schemeClr val="lt1"/>
                </a:solidFill>
              </a:defRPr>
            </a:lvl2pPr>
            <a:lvl3pPr lvl="2">
              <a:lnSpc>
                <a:spcPct val="80000"/>
              </a:lnSpc>
              <a:spcBef>
                <a:spcPts val="0"/>
              </a:spcBef>
              <a:spcAft>
                <a:spcPts val="0"/>
              </a:spcAft>
              <a:buClr>
                <a:schemeClr val="lt1"/>
              </a:buClr>
              <a:buSzPts val="5000"/>
              <a:buNone/>
              <a:defRPr sz="5000">
                <a:solidFill>
                  <a:schemeClr val="lt1"/>
                </a:solidFill>
              </a:defRPr>
            </a:lvl3pPr>
            <a:lvl4pPr lvl="3">
              <a:lnSpc>
                <a:spcPct val="80000"/>
              </a:lnSpc>
              <a:spcBef>
                <a:spcPts val="0"/>
              </a:spcBef>
              <a:spcAft>
                <a:spcPts val="0"/>
              </a:spcAft>
              <a:buClr>
                <a:schemeClr val="lt1"/>
              </a:buClr>
              <a:buSzPts val="5000"/>
              <a:buNone/>
              <a:defRPr sz="5000">
                <a:solidFill>
                  <a:schemeClr val="lt1"/>
                </a:solidFill>
              </a:defRPr>
            </a:lvl4pPr>
            <a:lvl5pPr lvl="4">
              <a:lnSpc>
                <a:spcPct val="80000"/>
              </a:lnSpc>
              <a:spcBef>
                <a:spcPts val="0"/>
              </a:spcBef>
              <a:spcAft>
                <a:spcPts val="0"/>
              </a:spcAft>
              <a:buClr>
                <a:schemeClr val="lt1"/>
              </a:buClr>
              <a:buSzPts val="5000"/>
              <a:buNone/>
              <a:defRPr sz="5000">
                <a:solidFill>
                  <a:schemeClr val="lt1"/>
                </a:solidFill>
              </a:defRPr>
            </a:lvl5pPr>
            <a:lvl6pPr lvl="5">
              <a:lnSpc>
                <a:spcPct val="80000"/>
              </a:lnSpc>
              <a:spcBef>
                <a:spcPts val="0"/>
              </a:spcBef>
              <a:spcAft>
                <a:spcPts val="0"/>
              </a:spcAft>
              <a:buClr>
                <a:schemeClr val="lt1"/>
              </a:buClr>
              <a:buSzPts val="5000"/>
              <a:buNone/>
              <a:defRPr sz="5000">
                <a:solidFill>
                  <a:schemeClr val="lt1"/>
                </a:solidFill>
              </a:defRPr>
            </a:lvl6pPr>
            <a:lvl7pPr lvl="6">
              <a:lnSpc>
                <a:spcPct val="80000"/>
              </a:lnSpc>
              <a:spcBef>
                <a:spcPts val="0"/>
              </a:spcBef>
              <a:spcAft>
                <a:spcPts val="0"/>
              </a:spcAft>
              <a:buClr>
                <a:schemeClr val="lt1"/>
              </a:buClr>
              <a:buSzPts val="5000"/>
              <a:buNone/>
              <a:defRPr sz="5000">
                <a:solidFill>
                  <a:schemeClr val="lt1"/>
                </a:solidFill>
              </a:defRPr>
            </a:lvl7pPr>
            <a:lvl8pPr lvl="7">
              <a:lnSpc>
                <a:spcPct val="80000"/>
              </a:lnSpc>
              <a:spcBef>
                <a:spcPts val="0"/>
              </a:spcBef>
              <a:spcAft>
                <a:spcPts val="0"/>
              </a:spcAft>
              <a:buClr>
                <a:schemeClr val="lt1"/>
              </a:buClr>
              <a:buSzPts val="5000"/>
              <a:buNone/>
              <a:defRPr sz="5000">
                <a:solidFill>
                  <a:schemeClr val="lt1"/>
                </a:solidFill>
              </a:defRPr>
            </a:lvl8pPr>
            <a:lvl9pPr lvl="8">
              <a:lnSpc>
                <a:spcPct val="80000"/>
              </a:lnSpc>
              <a:spcBef>
                <a:spcPts val="0"/>
              </a:spcBef>
              <a:spcAft>
                <a:spcPts val="0"/>
              </a:spcAft>
              <a:buClr>
                <a:schemeClr val="lt1"/>
              </a:buClr>
              <a:buSzPts val="5000"/>
              <a:buNone/>
              <a:defRPr sz="5000">
                <a:solidFill>
                  <a:schemeClr val="lt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allery 2">
  <p:cSld name="MAIN_POINT">
    <p:spTree>
      <p:nvGrpSpPr>
        <p:cNvPr id="134" name="Shape 134"/>
        <p:cNvGrpSpPr/>
        <p:nvPr/>
      </p:nvGrpSpPr>
      <p:grpSpPr>
        <a:xfrm>
          <a:off x="0" y="0"/>
          <a:ext cx="0" cy="0"/>
          <a:chOff x="0" y="0"/>
          <a:chExt cx="0" cy="0"/>
        </a:xfrm>
      </p:grpSpPr>
      <p:sp>
        <p:nvSpPr>
          <p:cNvPr id="135" name="Google Shape;135;p27"/>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6" name="Google Shape;136;p27"/>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37" name="Google Shape;137;p27"/>
          <p:cNvSpPr/>
          <p:nvPr>
            <p:ph idx="2" type="pic"/>
          </p:nvPr>
        </p:nvSpPr>
        <p:spPr>
          <a:xfrm>
            <a:off x="4630850" y="453250"/>
            <a:ext cx="7467600" cy="9381000"/>
          </a:xfrm>
          <a:prstGeom prst="rect">
            <a:avLst/>
          </a:prstGeom>
          <a:noFill/>
          <a:ln cap="flat" cmpd="sng" w="9525">
            <a:solidFill>
              <a:schemeClr val="dk1"/>
            </a:solidFill>
            <a:prstDash val="solid"/>
            <a:round/>
            <a:headEnd len="sm" w="sm" type="none"/>
            <a:tailEnd len="sm" w="sm" type="none"/>
          </a:ln>
        </p:spPr>
      </p:sp>
      <p:sp>
        <p:nvSpPr>
          <p:cNvPr id="138" name="Google Shape;138;p27"/>
          <p:cNvSpPr/>
          <p:nvPr>
            <p:ph idx="3" type="pic"/>
          </p:nvPr>
        </p:nvSpPr>
        <p:spPr>
          <a:xfrm>
            <a:off x="12511950" y="2783800"/>
            <a:ext cx="5323200" cy="4719000"/>
          </a:xfrm>
          <a:prstGeom prst="rect">
            <a:avLst/>
          </a:prstGeom>
          <a:noFill/>
          <a:ln cap="flat" cmpd="sng" w="9525">
            <a:solidFill>
              <a:schemeClr val="dk1"/>
            </a:solidFill>
            <a:prstDash val="solid"/>
            <a:round/>
            <a:headEnd len="sm" w="sm" type="none"/>
            <a:tailEnd len="sm" w="sm" type="none"/>
          </a:ln>
        </p:spPr>
      </p:sp>
      <p:sp>
        <p:nvSpPr>
          <p:cNvPr id="139" name="Google Shape;139;p27"/>
          <p:cNvSpPr txBox="1"/>
          <p:nvPr>
            <p:ph idx="4"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SzPts val="1200"/>
              <a:buNone/>
              <a:defRPr b="0" sz="1200"/>
            </a:lvl1pPr>
            <a:lvl2pPr lvl="1" algn="r">
              <a:spcBef>
                <a:spcPts val="0"/>
              </a:spcBef>
              <a:spcAft>
                <a:spcPts val="0"/>
              </a:spcAft>
              <a:buSzPts val="5600"/>
              <a:buNone/>
              <a:defRPr/>
            </a:lvl2pPr>
            <a:lvl3pPr lvl="2" algn="r">
              <a:spcBef>
                <a:spcPts val="0"/>
              </a:spcBef>
              <a:spcAft>
                <a:spcPts val="0"/>
              </a:spcAft>
              <a:buSzPts val="5600"/>
              <a:buNone/>
              <a:defRPr/>
            </a:lvl3pPr>
            <a:lvl4pPr lvl="3" algn="r">
              <a:spcBef>
                <a:spcPts val="0"/>
              </a:spcBef>
              <a:spcAft>
                <a:spcPts val="0"/>
              </a:spcAft>
              <a:buSzPts val="5600"/>
              <a:buNone/>
              <a:defRPr/>
            </a:lvl4pPr>
            <a:lvl5pPr lvl="4" algn="r">
              <a:spcBef>
                <a:spcPts val="0"/>
              </a:spcBef>
              <a:spcAft>
                <a:spcPts val="0"/>
              </a:spcAft>
              <a:buSzPts val="5600"/>
              <a:buNone/>
              <a:defRPr/>
            </a:lvl5pPr>
            <a:lvl6pPr lvl="5" algn="r">
              <a:spcBef>
                <a:spcPts val="0"/>
              </a:spcBef>
              <a:spcAft>
                <a:spcPts val="0"/>
              </a:spcAft>
              <a:buSzPts val="5600"/>
              <a:buNone/>
              <a:defRPr/>
            </a:lvl6pPr>
            <a:lvl7pPr lvl="6" algn="r">
              <a:spcBef>
                <a:spcPts val="0"/>
              </a:spcBef>
              <a:spcAft>
                <a:spcPts val="0"/>
              </a:spcAft>
              <a:buSzPts val="5600"/>
              <a:buNone/>
              <a:defRPr/>
            </a:lvl7pPr>
            <a:lvl8pPr lvl="7" algn="r">
              <a:spcBef>
                <a:spcPts val="0"/>
              </a:spcBef>
              <a:spcAft>
                <a:spcPts val="0"/>
              </a:spcAft>
              <a:buSzPts val="5600"/>
              <a:buNone/>
              <a:defRPr/>
            </a:lvl8pPr>
            <a:lvl9pPr lvl="8" algn="r">
              <a:spcBef>
                <a:spcPts val="0"/>
              </a:spcBef>
              <a:spcAft>
                <a:spcPts val="0"/>
              </a:spcAft>
              <a:buSzPts val="56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chart">
  <p:cSld name="SECTION_TITLE_AND_DESCRIPTION">
    <p:spTree>
      <p:nvGrpSpPr>
        <p:cNvPr id="140" name="Shape 140"/>
        <p:cNvGrpSpPr/>
        <p:nvPr/>
      </p:nvGrpSpPr>
      <p:grpSpPr>
        <a:xfrm>
          <a:off x="0" y="0"/>
          <a:ext cx="0" cy="0"/>
          <a:chOff x="0" y="0"/>
          <a:chExt cx="0" cy="0"/>
        </a:xfrm>
      </p:grpSpPr>
      <p:sp>
        <p:nvSpPr>
          <p:cNvPr id="141" name="Google Shape;141;p28"/>
          <p:cNvSpPr/>
          <p:nvPr/>
        </p:nvSpPr>
        <p:spPr>
          <a:xfrm>
            <a:off x="9144000" y="-250"/>
            <a:ext cx="9144000" cy="10287000"/>
          </a:xfrm>
          <a:prstGeom prst="rect">
            <a:avLst/>
          </a:prstGeom>
          <a:solidFill>
            <a:schemeClr val="dk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800">
              <a:latin typeface="Inter"/>
              <a:ea typeface="Inter"/>
              <a:cs typeface="Inter"/>
              <a:sym typeface="Inter"/>
            </a:endParaRPr>
          </a:p>
        </p:txBody>
      </p:sp>
      <p:sp>
        <p:nvSpPr>
          <p:cNvPr id="142" name="Google Shape;142;p2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3" name="Google Shape;143;p28"/>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4" name="Google Shape;144;p28"/>
          <p:cNvSpPr txBox="1"/>
          <p:nvPr>
            <p:ph idx="2"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Clr>
                <a:schemeClr val="lt1"/>
              </a:buClr>
              <a:buSzPts val="1200"/>
              <a:buNone/>
              <a:defRPr b="0" sz="1200">
                <a:solidFill>
                  <a:schemeClr val="lt1"/>
                </a:solidFill>
              </a:defRPr>
            </a:lvl1pPr>
            <a:lvl2pPr lvl="1" algn="r">
              <a:spcBef>
                <a:spcPts val="0"/>
              </a:spcBef>
              <a:spcAft>
                <a:spcPts val="0"/>
              </a:spcAft>
              <a:buClr>
                <a:schemeClr val="lt1"/>
              </a:buClr>
              <a:buSzPts val="5600"/>
              <a:buNone/>
              <a:defRPr>
                <a:solidFill>
                  <a:schemeClr val="lt1"/>
                </a:solidFill>
              </a:defRPr>
            </a:lvl2pPr>
            <a:lvl3pPr lvl="2" algn="r">
              <a:spcBef>
                <a:spcPts val="0"/>
              </a:spcBef>
              <a:spcAft>
                <a:spcPts val="0"/>
              </a:spcAft>
              <a:buClr>
                <a:schemeClr val="lt1"/>
              </a:buClr>
              <a:buSzPts val="5600"/>
              <a:buNone/>
              <a:defRPr>
                <a:solidFill>
                  <a:schemeClr val="lt1"/>
                </a:solidFill>
              </a:defRPr>
            </a:lvl3pPr>
            <a:lvl4pPr lvl="3" algn="r">
              <a:spcBef>
                <a:spcPts val="0"/>
              </a:spcBef>
              <a:spcAft>
                <a:spcPts val="0"/>
              </a:spcAft>
              <a:buClr>
                <a:schemeClr val="lt1"/>
              </a:buClr>
              <a:buSzPts val="5600"/>
              <a:buNone/>
              <a:defRPr>
                <a:solidFill>
                  <a:schemeClr val="lt1"/>
                </a:solidFill>
              </a:defRPr>
            </a:lvl4pPr>
            <a:lvl5pPr lvl="4" algn="r">
              <a:spcBef>
                <a:spcPts val="0"/>
              </a:spcBef>
              <a:spcAft>
                <a:spcPts val="0"/>
              </a:spcAft>
              <a:buClr>
                <a:schemeClr val="lt1"/>
              </a:buClr>
              <a:buSzPts val="5600"/>
              <a:buNone/>
              <a:defRPr>
                <a:solidFill>
                  <a:schemeClr val="lt1"/>
                </a:solidFill>
              </a:defRPr>
            </a:lvl5pPr>
            <a:lvl6pPr lvl="5" algn="r">
              <a:spcBef>
                <a:spcPts val="0"/>
              </a:spcBef>
              <a:spcAft>
                <a:spcPts val="0"/>
              </a:spcAft>
              <a:buClr>
                <a:schemeClr val="lt1"/>
              </a:buClr>
              <a:buSzPts val="5600"/>
              <a:buNone/>
              <a:defRPr>
                <a:solidFill>
                  <a:schemeClr val="lt1"/>
                </a:solidFill>
              </a:defRPr>
            </a:lvl6pPr>
            <a:lvl7pPr lvl="6" algn="r">
              <a:spcBef>
                <a:spcPts val="0"/>
              </a:spcBef>
              <a:spcAft>
                <a:spcPts val="0"/>
              </a:spcAft>
              <a:buClr>
                <a:schemeClr val="lt1"/>
              </a:buClr>
              <a:buSzPts val="5600"/>
              <a:buNone/>
              <a:defRPr>
                <a:solidFill>
                  <a:schemeClr val="lt1"/>
                </a:solidFill>
              </a:defRPr>
            </a:lvl7pPr>
            <a:lvl8pPr lvl="7" algn="r">
              <a:spcBef>
                <a:spcPts val="0"/>
              </a:spcBef>
              <a:spcAft>
                <a:spcPts val="0"/>
              </a:spcAft>
              <a:buClr>
                <a:schemeClr val="lt1"/>
              </a:buClr>
              <a:buSzPts val="5600"/>
              <a:buNone/>
              <a:defRPr>
                <a:solidFill>
                  <a:schemeClr val="lt1"/>
                </a:solidFill>
              </a:defRPr>
            </a:lvl8pPr>
            <a:lvl9pPr lvl="8" algn="r">
              <a:spcBef>
                <a:spcPts val="0"/>
              </a:spcBef>
              <a:spcAft>
                <a:spcPts val="0"/>
              </a:spcAft>
              <a:buClr>
                <a:schemeClr val="lt1"/>
              </a:buClr>
              <a:buSzPts val="5600"/>
              <a:buNone/>
              <a:defRPr>
                <a:solidFill>
                  <a:schemeClr val="lt1"/>
                </a:solidFill>
              </a:defRPr>
            </a:lvl9pPr>
          </a:lstStyle>
          <a:p/>
        </p:txBody>
      </p:sp>
      <p:sp>
        <p:nvSpPr>
          <p:cNvPr id="145" name="Google Shape;145;p28"/>
          <p:cNvSpPr txBox="1"/>
          <p:nvPr>
            <p:ph idx="3" type="title"/>
          </p:nvPr>
        </p:nvSpPr>
        <p:spPr>
          <a:xfrm>
            <a:off x="453050" y="2542199"/>
            <a:ext cx="8238000" cy="1633200"/>
          </a:xfrm>
          <a:prstGeom prst="rect">
            <a:avLst/>
          </a:prstGeom>
        </p:spPr>
        <p:txBody>
          <a:bodyPr anchorCtr="0" anchor="b" bIns="182850" lIns="182850" spcFirstLastPara="1" rIns="182850" wrap="square" tIns="182850">
            <a:noAutofit/>
          </a:bodyPr>
          <a:lstStyle>
            <a:lvl1pPr lvl="0">
              <a:lnSpc>
                <a:spcPct val="80000"/>
              </a:lnSpc>
              <a:spcBef>
                <a:spcPts val="0"/>
              </a:spcBef>
              <a:spcAft>
                <a:spcPts val="0"/>
              </a:spcAft>
              <a:buSzPts val="5000"/>
              <a:buNone/>
              <a:defRPr sz="5000"/>
            </a:lvl1pPr>
            <a:lvl2pPr lvl="1">
              <a:lnSpc>
                <a:spcPct val="80000"/>
              </a:lnSpc>
              <a:spcBef>
                <a:spcPts val="0"/>
              </a:spcBef>
              <a:spcAft>
                <a:spcPts val="0"/>
              </a:spcAft>
              <a:buSzPts val="5000"/>
              <a:buNone/>
              <a:defRPr sz="5000"/>
            </a:lvl2pPr>
            <a:lvl3pPr lvl="2">
              <a:lnSpc>
                <a:spcPct val="80000"/>
              </a:lnSpc>
              <a:spcBef>
                <a:spcPts val="0"/>
              </a:spcBef>
              <a:spcAft>
                <a:spcPts val="0"/>
              </a:spcAft>
              <a:buSzPts val="5000"/>
              <a:buNone/>
              <a:defRPr sz="5000"/>
            </a:lvl3pPr>
            <a:lvl4pPr lvl="3">
              <a:lnSpc>
                <a:spcPct val="80000"/>
              </a:lnSpc>
              <a:spcBef>
                <a:spcPts val="0"/>
              </a:spcBef>
              <a:spcAft>
                <a:spcPts val="0"/>
              </a:spcAft>
              <a:buSzPts val="5000"/>
              <a:buNone/>
              <a:defRPr sz="5000"/>
            </a:lvl4pPr>
            <a:lvl5pPr lvl="4">
              <a:lnSpc>
                <a:spcPct val="80000"/>
              </a:lnSpc>
              <a:spcBef>
                <a:spcPts val="0"/>
              </a:spcBef>
              <a:spcAft>
                <a:spcPts val="0"/>
              </a:spcAft>
              <a:buSzPts val="5000"/>
              <a:buNone/>
              <a:defRPr sz="5000"/>
            </a:lvl5pPr>
            <a:lvl6pPr lvl="5">
              <a:lnSpc>
                <a:spcPct val="80000"/>
              </a:lnSpc>
              <a:spcBef>
                <a:spcPts val="0"/>
              </a:spcBef>
              <a:spcAft>
                <a:spcPts val="0"/>
              </a:spcAft>
              <a:buSzPts val="5000"/>
              <a:buNone/>
              <a:defRPr sz="5000"/>
            </a:lvl6pPr>
            <a:lvl7pPr lvl="6">
              <a:lnSpc>
                <a:spcPct val="80000"/>
              </a:lnSpc>
              <a:spcBef>
                <a:spcPts val="0"/>
              </a:spcBef>
              <a:spcAft>
                <a:spcPts val="0"/>
              </a:spcAft>
              <a:buSzPts val="5000"/>
              <a:buNone/>
              <a:defRPr sz="5000"/>
            </a:lvl7pPr>
            <a:lvl8pPr lvl="7">
              <a:lnSpc>
                <a:spcPct val="80000"/>
              </a:lnSpc>
              <a:spcBef>
                <a:spcPts val="0"/>
              </a:spcBef>
              <a:spcAft>
                <a:spcPts val="0"/>
              </a:spcAft>
              <a:buSzPts val="5000"/>
              <a:buNone/>
              <a:defRPr sz="5000"/>
            </a:lvl8pPr>
            <a:lvl9pPr lvl="8">
              <a:lnSpc>
                <a:spcPct val="80000"/>
              </a:lnSpc>
              <a:spcBef>
                <a:spcPts val="0"/>
              </a:spcBef>
              <a:spcAft>
                <a:spcPts val="0"/>
              </a:spcAft>
              <a:buSzPts val="5000"/>
              <a:buNone/>
              <a:defRPr sz="5000"/>
            </a:lvl9pPr>
          </a:lstStyle>
          <a:p/>
        </p:txBody>
      </p:sp>
      <p:sp>
        <p:nvSpPr>
          <p:cNvPr id="146" name="Google Shape;146;p28"/>
          <p:cNvSpPr txBox="1"/>
          <p:nvPr>
            <p:ph idx="1" type="body"/>
          </p:nvPr>
        </p:nvSpPr>
        <p:spPr>
          <a:xfrm>
            <a:off x="453050" y="4160878"/>
            <a:ext cx="8238000" cy="33576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SECTION_TITLE_AND_DESCRIPTION_1">
    <p:spTree>
      <p:nvGrpSpPr>
        <p:cNvPr id="147" name="Shape 147"/>
        <p:cNvGrpSpPr/>
        <p:nvPr/>
      </p:nvGrpSpPr>
      <p:grpSpPr>
        <a:xfrm>
          <a:off x="0" y="0"/>
          <a:ext cx="0" cy="0"/>
          <a:chOff x="0" y="0"/>
          <a:chExt cx="0" cy="0"/>
        </a:xfrm>
      </p:grpSpPr>
      <p:sp>
        <p:nvSpPr>
          <p:cNvPr id="148" name="Google Shape;148;p29"/>
          <p:cNvSpPr/>
          <p:nvPr/>
        </p:nvSpPr>
        <p:spPr>
          <a:xfrm>
            <a:off x="9144000" y="-250"/>
            <a:ext cx="9144000" cy="10287000"/>
          </a:xfrm>
          <a:prstGeom prst="rect">
            <a:avLst/>
          </a:prstGeom>
          <a:solidFill>
            <a:schemeClr val="dk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800">
              <a:latin typeface="Inter"/>
              <a:ea typeface="Inter"/>
              <a:cs typeface="Inter"/>
              <a:sym typeface="Inter"/>
            </a:endParaRPr>
          </a:p>
        </p:txBody>
      </p:sp>
      <p:sp>
        <p:nvSpPr>
          <p:cNvPr id="149" name="Google Shape;149;p2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29"/>
          <p:cNvSpPr txBox="1"/>
          <p:nvPr>
            <p:ph type="title"/>
          </p:nvPr>
        </p:nvSpPr>
        <p:spPr>
          <a:xfrm>
            <a:off x="453050" y="1395299"/>
            <a:ext cx="8238000" cy="1633200"/>
          </a:xfrm>
          <a:prstGeom prst="rect">
            <a:avLst/>
          </a:prstGeom>
        </p:spPr>
        <p:txBody>
          <a:bodyPr anchorCtr="0" anchor="b" bIns="182850" lIns="182850" spcFirstLastPara="1" rIns="182850" wrap="square" tIns="182850">
            <a:noAutofit/>
          </a:bodyPr>
          <a:lstStyle>
            <a:lvl1pPr lvl="0">
              <a:lnSpc>
                <a:spcPct val="80000"/>
              </a:lnSpc>
              <a:spcBef>
                <a:spcPts val="0"/>
              </a:spcBef>
              <a:spcAft>
                <a:spcPts val="0"/>
              </a:spcAft>
              <a:buSzPts val="5000"/>
              <a:buNone/>
              <a:defRPr sz="5000"/>
            </a:lvl1pPr>
            <a:lvl2pPr lvl="1">
              <a:lnSpc>
                <a:spcPct val="80000"/>
              </a:lnSpc>
              <a:spcBef>
                <a:spcPts val="0"/>
              </a:spcBef>
              <a:spcAft>
                <a:spcPts val="0"/>
              </a:spcAft>
              <a:buSzPts val="5000"/>
              <a:buNone/>
              <a:defRPr sz="5000"/>
            </a:lvl2pPr>
            <a:lvl3pPr lvl="2">
              <a:lnSpc>
                <a:spcPct val="80000"/>
              </a:lnSpc>
              <a:spcBef>
                <a:spcPts val="0"/>
              </a:spcBef>
              <a:spcAft>
                <a:spcPts val="0"/>
              </a:spcAft>
              <a:buSzPts val="5000"/>
              <a:buNone/>
              <a:defRPr sz="5000"/>
            </a:lvl3pPr>
            <a:lvl4pPr lvl="3">
              <a:lnSpc>
                <a:spcPct val="80000"/>
              </a:lnSpc>
              <a:spcBef>
                <a:spcPts val="0"/>
              </a:spcBef>
              <a:spcAft>
                <a:spcPts val="0"/>
              </a:spcAft>
              <a:buSzPts val="5000"/>
              <a:buNone/>
              <a:defRPr sz="5000"/>
            </a:lvl4pPr>
            <a:lvl5pPr lvl="4">
              <a:lnSpc>
                <a:spcPct val="80000"/>
              </a:lnSpc>
              <a:spcBef>
                <a:spcPts val="0"/>
              </a:spcBef>
              <a:spcAft>
                <a:spcPts val="0"/>
              </a:spcAft>
              <a:buSzPts val="5000"/>
              <a:buNone/>
              <a:defRPr sz="5000"/>
            </a:lvl5pPr>
            <a:lvl6pPr lvl="5">
              <a:lnSpc>
                <a:spcPct val="80000"/>
              </a:lnSpc>
              <a:spcBef>
                <a:spcPts val="0"/>
              </a:spcBef>
              <a:spcAft>
                <a:spcPts val="0"/>
              </a:spcAft>
              <a:buSzPts val="5000"/>
              <a:buNone/>
              <a:defRPr sz="5000"/>
            </a:lvl6pPr>
            <a:lvl7pPr lvl="6">
              <a:lnSpc>
                <a:spcPct val="80000"/>
              </a:lnSpc>
              <a:spcBef>
                <a:spcPts val="0"/>
              </a:spcBef>
              <a:spcAft>
                <a:spcPts val="0"/>
              </a:spcAft>
              <a:buSzPts val="5000"/>
              <a:buNone/>
              <a:defRPr sz="5000"/>
            </a:lvl7pPr>
            <a:lvl8pPr lvl="7">
              <a:lnSpc>
                <a:spcPct val="80000"/>
              </a:lnSpc>
              <a:spcBef>
                <a:spcPts val="0"/>
              </a:spcBef>
              <a:spcAft>
                <a:spcPts val="0"/>
              </a:spcAft>
              <a:buSzPts val="5000"/>
              <a:buNone/>
              <a:defRPr sz="5000"/>
            </a:lvl8pPr>
            <a:lvl9pPr lvl="8">
              <a:lnSpc>
                <a:spcPct val="80000"/>
              </a:lnSpc>
              <a:spcBef>
                <a:spcPts val="0"/>
              </a:spcBef>
              <a:spcAft>
                <a:spcPts val="0"/>
              </a:spcAft>
              <a:buSzPts val="5000"/>
              <a:buNone/>
              <a:defRPr sz="5000"/>
            </a:lvl9pPr>
          </a:lstStyle>
          <a:p/>
        </p:txBody>
      </p:sp>
      <p:sp>
        <p:nvSpPr>
          <p:cNvPr id="151" name="Google Shape;151;p29"/>
          <p:cNvSpPr txBox="1"/>
          <p:nvPr>
            <p:ph idx="1" type="body"/>
          </p:nvPr>
        </p:nvSpPr>
        <p:spPr>
          <a:xfrm>
            <a:off x="453050" y="5019278"/>
            <a:ext cx="8238000" cy="33576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152" name="Google Shape;152;p29"/>
          <p:cNvSpPr txBox="1"/>
          <p:nvPr>
            <p:ph idx="2" type="subTitle"/>
          </p:nvPr>
        </p:nvSpPr>
        <p:spPr>
          <a:xfrm>
            <a:off x="453050" y="3421200"/>
            <a:ext cx="7989600" cy="12054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SECTION_TITLE_AND_DESCRIPTION_1_1">
    <p:spTree>
      <p:nvGrpSpPr>
        <p:cNvPr id="153" name="Shape 153"/>
        <p:cNvGrpSpPr/>
        <p:nvPr/>
      </p:nvGrpSpPr>
      <p:grpSpPr>
        <a:xfrm>
          <a:off x="0" y="0"/>
          <a:ext cx="0" cy="0"/>
          <a:chOff x="0" y="0"/>
          <a:chExt cx="0" cy="0"/>
        </a:xfrm>
      </p:grpSpPr>
      <p:sp>
        <p:nvSpPr>
          <p:cNvPr id="154" name="Google Shape;154;p30"/>
          <p:cNvSpPr/>
          <p:nvPr/>
        </p:nvSpPr>
        <p:spPr>
          <a:xfrm>
            <a:off x="9144000" y="-250"/>
            <a:ext cx="9144000" cy="10287000"/>
          </a:xfrm>
          <a:prstGeom prst="rect">
            <a:avLst/>
          </a:prstGeom>
          <a:solidFill>
            <a:schemeClr val="dk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800">
              <a:latin typeface="Inter"/>
              <a:ea typeface="Inter"/>
              <a:cs typeface="Inter"/>
              <a:sym typeface="Inter"/>
            </a:endParaRPr>
          </a:p>
        </p:txBody>
      </p:sp>
      <p:sp>
        <p:nvSpPr>
          <p:cNvPr id="155" name="Google Shape;155;p3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6" name="Google Shape;156;p30"/>
          <p:cNvSpPr txBox="1"/>
          <p:nvPr>
            <p:ph type="title"/>
          </p:nvPr>
        </p:nvSpPr>
        <p:spPr>
          <a:xfrm>
            <a:off x="453050" y="1395299"/>
            <a:ext cx="8238000" cy="1633200"/>
          </a:xfrm>
          <a:prstGeom prst="rect">
            <a:avLst/>
          </a:prstGeom>
        </p:spPr>
        <p:txBody>
          <a:bodyPr anchorCtr="0" anchor="b" bIns="182850" lIns="182850" spcFirstLastPara="1" rIns="182850" wrap="square" tIns="182850">
            <a:noAutofit/>
          </a:bodyPr>
          <a:lstStyle>
            <a:lvl1pPr lvl="0">
              <a:lnSpc>
                <a:spcPct val="80000"/>
              </a:lnSpc>
              <a:spcBef>
                <a:spcPts val="0"/>
              </a:spcBef>
              <a:spcAft>
                <a:spcPts val="0"/>
              </a:spcAft>
              <a:buSzPts val="5000"/>
              <a:buNone/>
              <a:defRPr sz="5000"/>
            </a:lvl1pPr>
            <a:lvl2pPr lvl="1">
              <a:lnSpc>
                <a:spcPct val="80000"/>
              </a:lnSpc>
              <a:spcBef>
                <a:spcPts val="0"/>
              </a:spcBef>
              <a:spcAft>
                <a:spcPts val="0"/>
              </a:spcAft>
              <a:buSzPts val="5000"/>
              <a:buNone/>
              <a:defRPr sz="5000"/>
            </a:lvl2pPr>
            <a:lvl3pPr lvl="2">
              <a:lnSpc>
                <a:spcPct val="80000"/>
              </a:lnSpc>
              <a:spcBef>
                <a:spcPts val="0"/>
              </a:spcBef>
              <a:spcAft>
                <a:spcPts val="0"/>
              </a:spcAft>
              <a:buSzPts val="5000"/>
              <a:buNone/>
              <a:defRPr sz="5000"/>
            </a:lvl3pPr>
            <a:lvl4pPr lvl="3">
              <a:lnSpc>
                <a:spcPct val="80000"/>
              </a:lnSpc>
              <a:spcBef>
                <a:spcPts val="0"/>
              </a:spcBef>
              <a:spcAft>
                <a:spcPts val="0"/>
              </a:spcAft>
              <a:buSzPts val="5000"/>
              <a:buNone/>
              <a:defRPr sz="5000"/>
            </a:lvl4pPr>
            <a:lvl5pPr lvl="4">
              <a:lnSpc>
                <a:spcPct val="80000"/>
              </a:lnSpc>
              <a:spcBef>
                <a:spcPts val="0"/>
              </a:spcBef>
              <a:spcAft>
                <a:spcPts val="0"/>
              </a:spcAft>
              <a:buSzPts val="5000"/>
              <a:buNone/>
              <a:defRPr sz="5000"/>
            </a:lvl5pPr>
            <a:lvl6pPr lvl="5">
              <a:lnSpc>
                <a:spcPct val="80000"/>
              </a:lnSpc>
              <a:spcBef>
                <a:spcPts val="0"/>
              </a:spcBef>
              <a:spcAft>
                <a:spcPts val="0"/>
              </a:spcAft>
              <a:buSzPts val="5000"/>
              <a:buNone/>
              <a:defRPr sz="5000"/>
            </a:lvl6pPr>
            <a:lvl7pPr lvl="6">
              <a:lnSpc>
                <a:spcPct val="80000"/>
              </a:lnSpc>
              <a:spcBef>
                <a:spcPts val="0"/>
              </a:spcBef>
              <a:spcAft>
                <a:spcPts val="0"/>
              </a:spcAft>
              <a:buSzPts val="5000"/>
              <a:buNone/>
              <a:defRPr sz="5000"/>
            </a:lvl7pPr>
            <a:lvl8pPr lvl="7">
              <a:lnSpc>
                <a:spcPct val="80000"/>
              </a:lnSpc>
              <a:spcBef>
                <a:spcPts val="0"/>
              </a:spcBef>
              <a:spcAft>
                <a:spcPts val="0"/>
              </a:spcAft>
              <a:buSzPts val="5000"/>
              <a:buNone/>
              <a:defRPr sz="5000"/>
            </a:lvl8pPr>
            <a:lvl9pPr lvl="8">
              <a:lnSpc>
                <a:spcPct val="80000"/>
              </a:lnSpc>
              <a:spcBef>
                <a:spcPts val="0"/>
              </a:spcBef>
              <a:spcAft>
                <a:spcPts val="0"/>
              </a:spcAft>
              <a:buSzPts val="5000"/>
              <a:buNone/>
              <a:defRPr sz="5000"/>
            </a:lvl9pPr>
          </a:lstStyle>
          <a:p/>
        </p:txBody>
      </p:sp>
      <p:sp>
        <p:nvSpPr>
          <p:cNvPr id="157" name="Google Shape;157;p30"/>
          <p:cNvSpPr txBox="1"/>
          <p:nvPr>
            <p:ph idx="1" type="body"/>
          </p:nvPr>
        </p:nvSpPr>
        <p:spPr>
          <a:xfrm>
            <a:off x="453050" y="5019278"/>
            <a:ext cx="8238000" cy="33576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158" name="Google Shape;158;p30"/>
          <p:cNvSpPr txBox="1"/>
          <p:nvPr>
            <p:ph idx="2" type="subTitle"/>
          </p:nvPr>
        </p:nvSpPr>
        <p:spPr>
          <a:xfrm>
            <a:off x="453050" y="3421200"/>
            <a:ext cx="7989600" cy="12054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9" name="Google Shape;159;p30"/>
          <p:cNvSpPr txBox="1"/>
          <p:nvPr>
            <p:ph idx="3" type="body"/>
          </p:nvPr>
        </p:nvSpPr>
        <p:spPr>
          <a:xfrm>
            <a:off x="9597000" y="5019278"/>
            <a:ext cx="8238000" cy="33576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Clr>
                <a:schemeClr val="dk2"/>
              </a:buClr>
              <a:buSzPts val="2400"/>
              <a:buChar char="●"/>
              <a:defRPr sz="2400">
                <a:solidFill>
                  <a:schemeClr val="dk2"/>
                </a:solidFill>
              </a:defRPr>
            </a:lvl1pPr>
            <a:lvl2pPr indent="-381000" lvl="1" marL="914400">
              <a:spcBef>
                <a:spcPts val="0"/>
              </a:spcBef>
              <a:spcAft>
                <a:spcPts val="0"/>
              </a:spcAft>
              <a:buClr>
                <a:schemeClr val="dk2"/>
              </a:buClr>
              <a:buSzPts val="2400"/>
              <a:buChar char="○"/>
              <a:defRPr sz="2400">
                <a:solidFill>
                  <a:schemeClr val="dk2"/>
                </a:solidFill>
              </a:defRPr>
            </a:lvl2pPr>
            <a:lvl3pPr indent="-381000" lvl="2" marL="1371600">
              <a:spcBef>
                <a:spcPts val="0"/>
              </a:spcBef>
              <a:spcAft>
                <a:spcPts val="0"/>
              </a:spcAft>
              <a:buClr>
                <a:schemeClr val="dk2"/>
              </a:buClr>
              <a:buSzPts val="2400"/>
              <a:buChar char="■"/>
              <a:defRPr sz="2400">
                <a:solidFill>
                  <a:schemeClr val="dk2"/>
                </a:solidFill>
              </a:defRPr>
            </a:lvl3pPr>
            <a:lvl4pPr indent="-381000" lvl="3" marL="1828800">
              <a:spcBef>
                <a:spcPts val="0"/>
              </a:spcBef>
              <a:spcAft>
                <a:spcPts val="0"/>
              </a:spcAft>
              <a:buClr>
                <a:schemeClr val="dk2"/>
              </a:buClr>
              <a:buSzPts val="2400"/>
              <a:buChar char="●"/>
              <a:defRPr sz="2400">
                <a:solidFill>
                  <a:schemeClr val="dk2"/>
                </a:solidFill>
              </a:defRPr>
            </a:lvl4pPr>
            <a:lvl5pPr indent="-381000" lvl="4" marL="2286000">
              <a:spcBef>
                <a:spcPts val="0"/>
              </a:spcBef>
              <a:spcAft>
                <a:spcPts val="0"/>
              </a:spcAft>
              <a:buClr>
                <a:schemeClr val="dk2"/>
              </a:buClr>
              <a:buSzPts val="2400"/>
              <a:buChar char="○"/>
              <a:defRPr sz="2400">
                <a:solidFill>
                  <a:schemeClr val="dk2"/>
                </a:solidFill>
              </a:defRPr>
            </a:lvl5pPr>
            <a:lvl6pPr indent="-381000" lvl="5" marL="2743200">
              <a:spcBef>
                <a:spcPts val="0"/>
              </a:spcBef>
              <a:spcAft>
                <a:spcPts val="0"/>
              </a:spcAft>
              <a:buClr>
                <a:schemeClr val="dk2"/>
              </a:buClr>
              <a:buSzPts val="2400"/>
              <a:buChar char="■"/>
              <a:defRPr sz="2400">
                <a:solidFill>
                  <a:schemeClr val="dk2"/>
                </a:solidFill>
              </a:defRPr>
            </a:lvl6pPr>
            <a:lvl7pPr indent="-381000" lvl="6" marL="3200400">
              <a:spcBef>
                <a:spcPts val="0"/>
              </a:spcBef>
              <a:spcAft>
                <a:spcPts val="0"/>
              </a:spcAft>
              <a:buClr>
                <a:schemeClr val="dk2"/>
              </a:buClr>
              <a:buSzPts val="2400"/>
              <a:buChar char="●"/>
              <a:defRPr sz="2400">
                <a:solidFill>
                  <a:schemeClr val="dk2"/>
                </a:solidFill>
              </a:defRPr>
            </a:lvl7pPr>
            <a:lvl8pPr indent="-381000" lvl="7" marL="3657600">
              <a:spcBef>
                <a:spcPts val="0"/>
              </a:spcBef>
              <a:spcAft>
                <a:spcPts val="0"/>
              </a:spcAft>
              <a:buClr>
                <a:schemeClr val="dk2"/>
              </a:buClr>
              <a:buSzPts val="2400"/>
              <a:buChar char="○"/>
              <a:defRPr sz="2400">
                <a:solidFill>
                  <a:schemeClr val="dk2"/>
                </a:solidFill>
              </a:defRPr>
            </a:lvl8pPr>
            <a:lvl9pPr indent="-381000" lvl="8" marL="4114800">
              <a:spcBef>
                <a:spcPts val="0"/>
              </a:spcBef>
              <a:spcAft>
                <a:spcPts val="0"/>
              </a:spcAft>
              <a:buClr>
                <a:schemeClr val="dk2"/>
              </a:buClr>
              <a:buSzPts val="2400"/>
              <a:buChar char="■"/>
              <a:defRPr sz="2400">
                <a:solidFill>
                  <a:schemeClr val="dk2"/>
                </a:solidFill>
              </a:defRPr>
            </a:lvl9pPr>
          </a:lstStyle>
          <a:p/>
        </p:txBody>
      </p:sp>
      <p:sp>
        <p:nvSpPr>
          <p:cNvPr id="160" name="Google Shape;160;p30"/>
          <p:cNvSpPr txBox="1"/>
          <p:nvPr>
            <p:ph idx="4" type="subTitle"/>
          </p:nvPr>
        </p:nvSpPr>
        <p:spPr>
          <a:xfrm>
            <a:off x="9597000" y="3421200"/>
            <a:ext cx="7989600" cy="1205400"/>
          </a:xfrm>
          <a:prstGeom prst="rect">
            <a:avLst/>
          </a:prstGeom>
        </p:spPr>
        <p:txBody>
          <a:bodyPr anchorCtr="0" anchor="t" bIns="182850" lIns="182850" spcFirstLastPara="1" rIns="182850" wrap="square" tIns="182850">
            <a:normAutofit/>
          </a:bodyPr>
          <a:lstStyle>
            <a:lvl1pPr lvl="0">
              <a:spcBef>
                <a:spcPts val="0"/>
              </a:spcBef>
              <a:spcAft>
                <a:spcPts val="0"/>
              </a:spcAft>
              <a:buClr>
                <a:schemeClr val="dk2"/>
              </a:buClr>
              <a:buSzPts val="3600"/>
              <a:buNone/>
              <a:defRPr>
                <a:solidFill>
                  <a:schemeClr val="dk2"/>
                </a:solidFill>
              </a:defRPr>
            </a:lvl1pPr>
            <a:lvl2pPr lvl="1">
              <a:spcBef>
                <a:spcPts val="0"/>
              </a:spcBef>
              <a:spcAft>
                <a:spcPts val="0"/>
              </a:spcAft>
              <a:buClr>
                <a:schemeClr val="dk2"/>
              </a:buClr>
              <a:buSzPts val="2800"/>
              <a:buNone/>
              <a:defRPr>
                <a:solidFill>
                  <a:schemeClr val="dk2"/>
                </a:solidFill>
              </a:defRPr>
            </a:lvl2pPr>
            <a:lvl3pPr lvl="2">
              <a:spcBef>
                <a:spcPts val="0"/>
              </a:spcBef>
              <a:spcAft>
                <a:spcPts val="0"/>
              </a:spcAft>
              <a:buClr>
                <a:schemeClr val="dk2"/>
              </a:buClr>
              <a:buSzPts val="2800"/>
              <a:buNone/>
              <a:defRPr>
                <a:solidFill>
                  <a:schemeClr val="dk2"/>
                </a:solidFill>
              </a:defRPr>
            </a:lvl3pPr>
            <a:lvl4pPr lvl="3">
              <a:spcBef>
                <a:spcPts val="0"/>
              </a:spcBef>
              <a:spcAft>
                <a:spcPts val="0"/>
              </a:spcAft>
              <a:buClr>
                <a:schemeClr val="dk2"/>
              </a:buClr>
              <a:buSzPts val="2800"/>
              <a:buNone/>
              <a:defRPr>
                <a:solidFill>
                  <a:schemeClr val="dk2"/>
                </a:solidFill>
              </a:defRPr>
            </a:lvl4pPr>
            <a:lvl5pPr lvl="4">
              <a:spcBef>
                <a:spcPts val="0"/>
              </a:spcBef>
              <a:spcAft>
                <a:spcPts val="0"/>
              </a:spcAft>
              <a:buClr>
                <a:schemeClr val="dk2"/>
              </a:buClr>
              <a:buSzPts val="2800"/>
              <a:buNone/>
              <a:defRPr>
                <a:solidFill>
                  <a:schemeClr val="dk2"/>
                </a:solidFill>
              </a:defRPr>
            </a:lvl5pPr>
            <a:lvl6pPr lvl="5">
              <a:spcBef>
                <a:spcPts val="0"/>
              </a:spcBef>
              <a:spcAft>
                <a:spcPts val="0"/>
              </a:spcAft>
              <a:buClr>
                <a:schemeClr val="dk2"/>
              </a:buClr>
              <a:buSzPts val="2800"/>
              <a:buNone/>
              <a:defRPr>
                <a:solidFill>
                  <a:schemeClr val="dk2"/>
                </a:solidFill>
              </a:defRPr>
            </a:lvl6pPr>
            <a:lvl7pPr lvl="6">
              <a:spcBef>
                <a:spcPts val="0"/>
              </a:spcBef>
              <a:spcAft>
                <a:spcPts val="0"/>
              </a:spcAft>
              <a:buClr>
                <a:schemeClr val="dk2"/>
              </a:buClr>
              <a:buSzPts val="2800"/>
              <a:buNone/>
              <a:defRPr>
                <a:solidFill>
                  <a:schemeClr val="dk2"/>
                </a:solidFill>
              </a:defRPr>
            </a:lvl7pPr>
            <a:lvl8pPr lvl="7">
              <a:spcBef>
                <a:spcPts val="0"/>
              </a:spcBef>
              <a:spcAft>
                <a:spcPts val="0"/>
              </a:spcAft>
              <a:buClr>
                <a:schemeClr val="dk2"/>
              </a:buClr>
              <a:buSzPts val="2800"/>
              <a:buNone/>
              <a:defRPr>
                <a:solidFill>
                  <a:schemeClr val="dk2"/>
                </a:solidFill>
              </a:defRPr>
            </a:lvl8pPr>
            <a:lvl9pPr lvl="8">
              <a:spcBef>
                <a:spcPts val="0"/>
              </a:spcBef>
              <a:spcAft>
                <a:spcPts val="0"/>
              </a:spcAft>
              <a:buClr>
                <a:schemeClr val="dk2"/>
              </a:buClr>
              <a:buSzPts val="2800"/>
              <a:buNone/>
              <a:defRPr>
                <a:solidFill>
                  <a:schemeClr val="dk2"/>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2">
  <p:cSld name="CAPTION_ONLY">
    <p:bg>
      <p:bgPr>
        <a:solidFill>
          <a:schemeClr val="dk1"/>
        </a:solidFill>
      </p:bgPr>
    </p:bg>
    <p:spTree>
      <p:nvGrpSpPr>
        <p:cNvPr id="161" name="Shape 161"/>
        <p:cNvGrpSpPr/>
        <p:nvPr/>
      </p:nvGrpSpPr>
      <p:grpSpPr>
        <a:xfrm>
          <a:off x="0" y="0"/>
          <a:ext cx="0" cy="0"/>
          <a:chOff x="0" y="0"/>
          <a:chExt cx="0" cy="0"/>
        </a:xfrm>
      </p:grpSpPr>
      <p:sp>
        <p:nvSpPr>
          <p:cNvPr id="162" name="Google Shape;162;p31"/>
          <p:cNvSpPr/>
          <p:nvPr/>
        </p:nvSpPr>
        <p:spPr>
          <a:xfrm>
            <a:off x="0" y="8127900"/>
            <a:ext cx="6120000" cy="2158800"/>
          </a:xfrm>
          <a:prstGeom prst="rect">
            <a:avLst/>
          </a:prstGeom>
          <a:solidFill>
            <a:schemeClr val="lt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163" name="Google Shape;163;p31"/>
          <p:cNvSpPr/>
          <p:nvPr>
            <p:ph idx="2" type="pic"/>
          </p:nvPr>
        </p:nvSpPr>
        <p:spPr>
          <a:xfrm>
            <a:off x="0" y="1419950"/>
            <a:ext cx="6087600" cy="6693000"/>
          </a:xfrm>
          <a:prstGeom prst="rect">
            <a:avLst/>
          </a:prstGeom>
          <a:noFill/>
          <a:ln>
            <a:noFill/>
          </a:ln>
        </p:spPr>
      </p:sp>
      <p:cxnSp>
        <p:nvCxnSpPr>
          <p:cNvPr id="164" name="Google Shape;164;p31"/>
          <p:cNvCxnSpPr/>
          <p:nvPr/>
        </p:nvCxnSpPr>
        <p:spPr>
          <a:xfrm>
            <a:off x="6097050" y="1407300"/>
            <a:ext cx="0" cy="8897400"/>
          </a:xfrm>
          <a:prstGeom prst="straightConnector1">
            <a:avLst/>
          </a:prstGeom>
          <a:noFill/>
          <a:ln cap="flat" cmpd="sng" w="9525">
            <a:solidFill>
              <a:schemeClr val="dk1"/>
            </a:solidFill>
            <a:prstDash val="solid"/>
            <a:round/>
            <a:headEnd len="med" w="med" type="none"/>
            <a:tailEnd len="med" w="med" type="none"/>
          </a:ln>
        </p:spPr>
      </p:cxnSp>
      <p:cxnSp>
        <p:nvCxnSpPr>
          <p:cNvPr id="165" name="Google Shape;165;p31"/>
          <p:cNvCxnSpPr/>
          <p:nvPr/>
        </p:nvCxnSpPr>
        <p:spPr>
          <a:xfrm>
            <a:off x="12181150" y="1407300"/>
            <a:ext cx="0" cy="8897400"/>
          </a:xfrm>
          <a:prstGeom prst="straightConnector1">
            <a:avLst/>
          </a:prstGeom>
          <a:noFill/>
          <a:ln cap="flat" cmpd="sng" w="9525">
            <a:solidFill>
              <a:schemeClr val="dk1"/>
            </a:solidFill>
            <a:prstDash val="solid"/>
            <a:round/>
            <a:headEnd len="med" w="med" type="none"/>
            <a:tailEnd len="med" w="med" type="none"/>
          </a:ln>
        </p:spPr>
      </p:cxnSp>
      <p:cxnSp>
        <p:nvCxnSpPr>
          <p:cNvPr id="166" name="Google Shape;166;p31"/>
          <p:cNvCxnSpPr/>
          <p:nvPr/>
        </p:nvCxnSpPr>
        <p:spPr>
          <a:xfrm rot="10800000">
            <a:off x="0" y="1409450"/>
            <a:ext cx="18304800" cy="0"/>
          </a:xfrm>
          <a:prstGeom prst="straightConnector1">
            <a:avLst/>
          </a:prstGeom>
          <a:noFill/>
          <a:ln cap="flat" cmpd="sng" w="9525">
            <a:solidFill>
              <a:schemeClr val="dk1"/>
            </a:solidFill>
            <a:prstDash val="solid"/>
            <a:round/>
            <a:headEnd len="med" w="med" type="none"/>
            <a:tailEnd len="med" w="med" type="none"/>
          </a:ln>
        </p:spPr>
      </p:cxnSp>
      <p:sp>
        <p:nvSpPr>
          <p:cNvPr id="167" name="Google Shape;167;p31"/>
          <p:cNvSpPr txBox="1"/>
          <p:nvPr>
            <p:ph type="title"/>
          </p:nvPr>
        </p:nvSpPr>
        <p:spPr>
          <a:xfrm>
            <a:off x="323700" y="8312897"/>
            <a:ext cx="5453400" cy="1001400"/>
          </a:xfrm>
          <a:prstGeom prst="rect">
            <a:avLst/>
          </a:prstGeom>
        </p:spPr>
        <p:txBody>
          <a:bodyPr anchorCtr="0" anchor="t" bIns="182850" lIns="182850" spcFirstLastPara="1" rIns="182850" wrap="square" tIns="18285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168" name="Google Shape;168;p31"/>
          <p:cNvSpPr txBox="1"/>
          <p:nvPr>
            <p:ph idx="1" type="body"/>
          </p:nvPr>
        </p:nvSpPr>
        <p:spPr>
          <a:xfrm>
            <a:off x="323700" y="9252381"/>
            <a:ext cx="5453400" cy="787200"/>
          </a:xfrm>
          <a:prstGeom prst="rect">
            <a:avLst/>
          </a:prstGeom>
        </p:spPr>
        <p:txBody>
          <a:bodyPr anchorCtr="0" anchor="ctr" bIns="182850" lIns="182850" spcFirstLastPara="1" rIns="182850" wrap="square" tIns="182850">
            <a:noAutofit/>
          </a:bodyPr>
          <a:lstStyle>
            <a:lvl1pPr indent="-355600" lvl="0" marL="457200">
              <a:lnSpc>
                <a:spcPct val="90000"/>
              </a:lnSpc>
              <a:spcBef>
                <a:spcPts val="0"/>
              </a:spcBef>
              <a:spcAft>
                <a:spcPts val="0"/>
              </a:spcAft>
              <a:buSzPts val="2000"/>
              <a:buChar char="●"/>
              <a:defRPr sz="2000"/>
            </a:lvl1pPr>
            <a:lvl2pPr indent="-355600" lvl="1" marL="914400">
              <a:lnSpc>
                <a:spcPct val="90000"/>
              </a:lnSpc>
              <a:spcBef>
                <a:spcPts val="0"/>
              </a:spcBef>
              <a:spcAft>
                <a:spcPts val="0"/>
              </a:spcAft>
              <a:buSzPts val="2000"/>
              <a:buChar char="○"/>
              <a:defRPr sz="2000"/>
            </a:lvl2pPr>
            <a:lvl3pPr indent="-355600" lvl="2" marL="1371600">
              <a:lnSpc>
                <a:spcPct val="90000"/>
              </a:lnSpc>
              <a:spcBef>
                <a:spcPts val="0"/>
              </a:spcBef>
              <a:spcAft>
                <a:spcPts val="0"/>
              </a:spcAft>
              <a:buSzPts val="2000"/>
              <a:buChar char="■"/>
              <a:defRPr sz="2000"/>
            </a:lvl3pPr>
            <a:lvl4pPr indent="-355600" lvl="3" marL="1828800">
              <a:lnSpc>
                <a:spcPct val="90000"/>
              </a:lnSpc>
              <a:spcBef>
                <a:spcPts val="0"/>
              </a:spcBef>
              <a:spcAft>
                <a:spcPts val="0"/>
              </a:spcAft>
              <a:buSzPts val="2000"/>
              <a:buChar char="●"/>
              <a:defRPr sz="2000"/>
            </a:lvl4pPr>
            <a:lvl5pPr indent="-355600" lvl="4" marL="2286000">
              <a:lnSpc>
                <a:spcPct val="90000"/>
              </a:lnSpc>
              <a:spcBef>
                <a:spcPts val="0"/>
              </a:spcBef>
              <a:spcAft>
                <a:spcPts val="0"/>
              </a:spcAft>
              <a:buSzPts val="2000"/>
              <a:buChar char="○"/>
              <a:defRPr sz="2000"/>
            </a:lvl5pPr>
            <a:lvl6pPr indent="-355600" lvl="5" marL="2743200">
              <a:lnSpc>
                <a:spcPct val="90000"/>
              </a:lnSpc>
              <a:spcBef>
                <a:spcPts val="0"/>
              </a:spcBef>
              <a:spcAft>
                <a:spcPts val="0"/>
              </a:spcAft>
              <a:buSzPts val="2000"/>
              <a:buChar char="■"/>
              <a:defRPr sz="2000"/>
            </a:lvl6pPr>
            <a:lvl7pPr indent="-355600" lvl="6" marL="3200400">
              <a:lnSpc>
                <a:spcPct val="90000"/>
              </a:lnSpc>
              <a:spcBef>
                <a:spcPts val="0"/>
              </a:spcBef>
              <a:spcAft>
                <a:spcPts val="0"/>
              </a:spcAft>
              <a:buSzPts val="2000"/>
              <a:buChar char="●"/>
              <a:defRPr sz="2000"/>
            </a:lvl7pPr>
            <a:lvl8pPr indent="-355600" lvl="7" marL="3657600">
              <a:lnSpc>
                <a:spcPct val="90000"/>
              </a:lnSpc>
              <a:spcBef>
                <a:spcPts val="0"/>
              </a:spcBef>
              <a:spcAft>
                <a:spcPts val="0"/>
              </a:spcAft>
              <a:buSzPts val="2000"/>
              <a:buChar char="○"/>
              <a:defRPr sz="2000"/>
            </a:lvl8pPr>
            <a:lvl9pPr indent="-355600" lvl="8" marL="4114800">
              <a:lnSpc>
                <a:spcPct val="90000"/>
              </a:lnSpc>
              <a:spcBef>
                <a:spcPts val="0"/>
              </a:spcBef>
              <a:spcAft>
                <a:spcPts val="0"/>
              </a:spcAft>
              <a:buSzPts val="2000"/>
              <a:buChar char="■"/>
              <a:defRPr sz="2000"/>
            </a:lvl9pPr>
          </a:lstStyle>
          <a:p/>
        </p:txBody>
      </p:sp>
      <p:sp>
        <p:nvSpPr>
          <p:cNvPr id="169" name="Google Shape;169;p31"/>
          <p:cNvSpPr/>
          <p:nvPr/>
        </p:nvSpPr>
        <p:spPr>
          <a:xfrm>
            <a:off x="12191450" y="8127900"/>
            <a:ext cx="6120000" cy="2158800"/>
          </a:xfrm>
          <a:prstGeom prst="rect">
            <a:avLst/>
          </a:prstGeom>
          <a:solidFill>
            <a:schemeClr val="lt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170" name="Google Shape;170;p31"/>
          <p:cNvSpPr/>
          <p:nvPr>
            <p:ph idx="3" type="pic"/>
          </p:nvPr>
        </p:nvSpPr>
        <p:spPr>
          <a:xfrm>
            <a:off x="12191450" y="1419950"/>
            <a:ext cx="6087600" cy="6693000"/>
          </a:xfrm>
          <a:prstGeom prst="rect">
            <a:avLst/>
          </a:prstGeom>
          <a:noFill/>
          <a:ln>
            <a:noFill/>
          </a:ln>
        </p:spPr>
      </p:sp>
      <p:sp>
        <p:nvSpPr>
          <p:cNvPr id="171" name="Google Shape;171;p31"/>
          <p:cNvSpPr txBox="1"/>
          <p:nvPr>
            <p:ph idx="4" type="title"/>
          </p:nvPr>
        </p:nvSpPr>
        <p:spPr>
          <a:xfrm>
            <a:off x="12515150" y="8312897"/>
            <a:ext cx="5453400" cy="1001400"/>
          </a:xfrm>
          <a:prstGeom prst="rect">
            <a:avLst/>
          </a:prstGeom>
        </p:spPr>
        <p:txBody>
          <a:bodyPr anchorCtr="0" anchor="t" bIns="182850" lIns="182850" spcFirstLastPara="1" rIns="182850" wrap="square" tIns="18285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172" name="Google Shape;172;p31"/>
          <p:cNvSpPr txBox="1"/>
          <p:nvPr>
            <p:ph idx="5" type="body"/>
          </p:nvPr>
        </p:nvSpPr>
        <p:spPr>
          <a:xfrm>
            <a:off x="12515150" y="9252381"/>
            <a:ext cx="5453400" cy="787200"/>
          </a:xfrm>
          <a:prstGeom prst="rect">
            <a:avLst/>
          </a:prstGeom>
        </p:spPr>
        <p:txBody>
          <a:bodyPr anchorCtr="0" anchor="ctr" bIns="182850" lIns="182850" spcFirstLastPara="1" rIns="182850" wrap="square" tIns="182850">
            <a:noAutofit/>
          </a:bodyPr>
          <a:lstStyle>
            <a:lvl1pPr indent="-355600" lvl="0" marL="457200">
              <a:lnSpc>
                <a:spcPct val="90000"/>
              </a:lnSpc>
              <a:spcBef>
                <a:spcPts val="0"/>
              </a:spcBef>
              <a:spcAft>
                <a:spcPts val="0"/>
              </a:spcAft>
              <a:buSzPts val="2000"/>
              <a:buChar char="●"/>
              <a:defRPr sz="2000"/>
            </a:lvl1pPr>
            <a:lvl2pPr indent="-355600" lvl="1" marL="914400">
              <a:lnSpc>
                <a:spcPct val="90000"/>
              </a:lnSpc>
              <a:spcBef>
                <a:spcPts val="0"/>
              </a:spcBef>
              <a:spcAft>
                <a:spcPts val="0"/>
              </a:spcAft>
              <a:buSzPts val="2000"/>
              <a:buChar char="○"/>
              <a:defRPr sz="2000"/>
            </a:lvl2pPr>
            <a:lvl3pPr indent="-355600" lvl="2" marL="1371600">
              <a:lnSpc>
                <a:spcPct val="90000"/>
              </a:lnSpc>
              <a:spcBef>
                <a:spcPts val="0"/>
              </a:spcBef>
              <a:spcAft>
                <a:spcPts val="0"/>
              </a:spcAft>
              <a:buSzPts val="2000"/>
              <a:buChar char="■"/>
              <a:defRPr sz="2000"/>
            </a:lvl3pPr>
            <a:lvl4pPr indent="-355600" lvl="3" marL="1828800">
              <a:lnSpc>
                <a:spcPct val="90000"/>
              </a:lnSpc>
              <a:spcBef>
                <a:spcPts val="0"/>
              </a:spcBef>
              <a:spcAft>
                <a:spcPts val="0"/>
              </a:spcAft>
              <a:buSzPts val="2000"/>
              <a:buChar char="●"/>
              <a:defRPr sz="2000"/>
            </a:lvl4pPr>
            <a:lvl5pPr indent="-355600" lvl="4" marL="2286000">
              <a:lnSpc>
                <a:spcPct val="90000"/>
              </a:lnSpc>
              <a:spcBef>
                <a:spcPts val="0"/>
              </a:spcBef>
              <a:spcAft>
                <a:spcPts val="0"/>
              </a:spcAft>
              <a:buSzPts val="2000"/>
              <a:buChar char="○"/>
              <a:defRPr sz="2000"/>
            </a:lvl5pPr>
            <a:lvl6pPr indent="-355600" lvl="5" marL="2743200">
              <a:lnSpc>
                <a:spcPct val="90000"/>
              </a:lnSpc>
              <a:spcBef>
                <a:spcPts val="0"/>
              </a:spcBef>
              <a:spcAft>
                <a:spcPts val="0"/>
              </a:spcAft>
              <a:buSzPts val="2000"/>
              <a:buChar char="■"/>
              <a:defRPr sz="2000"/>
            </a:lvl6pPr>
            <a:lvl7pPr indent="-355600" lvl="6" marL="3200400">
              <a:lnSpc>
                <a:spcPct val="90000"/>
              </a:lnSpc>
              <a:spcBef>
                <a:spcPts val="0"/>
              </a:spcBef>
              <a:spcAft>
                <a:spcPts val="0"/>
              </a:spcAft>
              <a:buSzPts val="2000"/>
              <a:buChar char="●"/>
              <a:defRPr sz="2000"/>
            </a:lvl7pPr>
            <a:lvl8pPr indent="-355600" lvl="7" marL="3657600">
              <a:lnSpc>
                <a:spcPct val="90000"/>
              </a:lnSpc>
              <a:spcBef>
                <a:spcPts val="0"/>
              </a:spcBef>
              <a:spcAft>
                <a:spcPts val="0"/>
              </a:spcAft>
              <a:buSzPts val="2000"/>
              <a:buChar char="○"/>
              <a:defRPr sz="2000"/>
            </a:lvl8pPr>
            <a:lvl9pPr indent="-355600" lvl="8" marL="4114800">
              <a:lnSpc>
                <a:spcPct val="90000"/>
              </a:lnSpc>
              <a:spcBef>
                <a:spcPts val="0"/>
              </a:spcBef>
              <a:spcAft>
                <a:spcPts val="0"/>
              </a:spcAft>
              <a:buSzPts val="2000"/>
              <a:buChar char="■"/>
              <a:defRPr sz="2000"/>
            </a:lvl9pPr>
          </a:lstStyle>
          <a:p/>
        </p:txBody>
      </p:sp>
      <p:sp>
        <p:nvSpPr>
          <p:cNvPr id="173" name="Google Shape;173;p31"/>
          <p:cNvSpPr/>
          <p:nvPr>
            <p:ph idx="6" type="pic"/>
          </p:nvPr>
        </p:nvSpPr>
        <p:spPr>
          <a:xfrm>
            <a:off x="6107800" y="3588300"/>
            <a:ext cx="6061200" cy="6698400"/>
          </a:xfrm>
          <a:prstGeom prst="rect">
            <a:avLst/>
          </a:prstGeom>
          <a:noFill/>
          <a:ln>
            <a:noFill/>
          </a:ln>
        </p:spPr>
      </p:sp>
      <p:sp>
        <p:nvSpPr>
          <p:cNvPr id="174" name="Google Shape;174;p31"/>
          <p:cNvSpPr/>
          <p:nvPr/>
        </p:nvSpPr>
        <p:spPr>
          <a:xfrm>
            <a:off x="6108500" y="1418759"/>
            <a:ext cx="6061200" cy="2158800"/>
          </a:xfrm>
          <a:prstGeom prst="rect">
            <a:avLst/>
          </a:prstGeom>
          <a:solidFill>
            <a:schemeClr val="lt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175" name="Google Shape;175;p31"/>
          <p:cNvSpPr txBox="1"/>
          <p:nvPr>
            <p:ph idx="7" type="title"/>
          </p:nvPr>
        </p:nvSpPr>
        <p:spPr>
          <a:xfrm>
            <a:off x="6429090" y="1603756"/>
            <a:ext cx="5401200" cy="1001400"/>
          </a:xfrm>
          <a:prstGeom prst="rect">
            <a:avLst/>
          </a:prstGeom>
        </p:spPr>
        <p:txBody>
          <a:bodyPr anchorCtr="0" anchor="t" bIns="182850" lIns="182850" spcFirstLastPara="1" rIns="182850" wrap="square" tIns="18285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176" name="Google Shape;176;p31"/>
          <p:cNvSpPr txBox="1"/>
          <p:nvPr>
            <p:ph idx="8" type="body"/>
          </p:nvPr>
        </p:nvSpPr>
        <p:spPr>
          <a:xfrm>
            <a:off x="6429090" y="2543240"/>
            <a:ext cx="5401200" cy="787200"/>
          </a:xfrm>
          <a:prstGeom prst="rect">
            <a:avLst/>
          </a:prstGeom>
        </p:spPr>
        <p:txBody>
          <a:bodyPr anchorCtr="0" anchor="ctr" bIns="182850" lIns="182850" spcFirstLastPara="1" rIns="182850" wrap="square" tIns="182850">
            <a:noAutofit/>
          </a:bodyPr>
          <a:lstStyle>
            <a:lvl1pPr indent="-355600" lvl="0" marL="457200">
              <a:lnSpc>
                <a:spcPct val="90000"/>
              </a:lnSpc>
              <a:spcBef>
                <a:spcPts val="0"/>
              </a:spcBef>
              <a:spcAft>
                <a:spcPts val="0"/>
              </a:spcAft>
              <a:buSzPts val="2000"/>
              <a:buChar char="●"/>
              <a:defRPr sz="2000"/>
            </a:lvl1pPr>
            <a:lvl2pPr indent="-355600" lvl="1" marL="914400">
              <a:lnSpc>
                <a:spcPct val="90000"/>
              </a:lnSpc>
              <a:spcBef>
                <a:spcPts val="0"/>
              </a:spcBef>
              <a:spcAft>
                <a:spcPts val="0"/>
              </a:spcAft>
              <a:buSzPts val="2000"/>
              <a:buChar char="○"/>
              <a:defRPr sz="2000"/>
            </a:lvl2pPr>
            <a:lvl3pPr indent="-355600" lvl="2" marL="1371600">
              <a:lnSpc>
                <a:spcPct val="90000"/>
              </a:lnSpc>
              <a:spcBef>
                <a:spcPts val="0"/>
              </a:spcBef>
              <a:spcAft>
                <a:spcPts val="0"/>
              </a:spcAft>
              <a:buSzPts val="2000"/>
              <a:buChar char="■"/>
              <a:defRPr sz="2000"/>
            </a:lvl3pPr>
            <a:lvl4pPr indent="-355600" lvl="3" marL="1828800">
              <a:lnSpc>
                <a:spcPct val="90000"/>
              </a:lnSpc>
              <a:spcBef>
                <a:spcPts val="0"/>
              </a:spcBef>
              <a:spcAft>
                <a:spcPts val="0"/>
              </a:spcAft>
              <a:buSzPts val="2000"/>
              <a:buChar char="●"/>
              <a:defRPr sz="2000"/>
            </a:lvl4pPr>
            <a:lvl5pPr indent="-355600" lvl="4" marL="2286000">
              <a:lnSpc>
                <a:spcPct val="90000"/>
              </a:lnSpc>
              <a:spcBef>
                <a:spcPts val="0"/>
              </a:spcBef>
              <a:spcAft>
                <a:spcPts val="0"/>
              </a:spcAft>
              <a:buSzPts val="2000"/>
              <a:buChar char="○"/>
              <a:defRPr sz="2000"/>
            </a:lvl5pPr>
            <a:lvl6pPr indent="-355600" lvl="5" marL="2743200">
              <a:lnSpc>
                <a:spcPct val="90000"/>
              </a:lnSpc>
              <a:spcBef>
                <a:spcPts val="0"/>
              </a:spcBef>
              <a:spcAft>
                <a:spcPts val="0"/>
              </a:spcAft>
              <a:buSzPts val="2000"/>
              <a:buChar char="■"/>
              <a:defRPr sz="2000"/>
            </a:lvl6pPr>
            <a:lvl7pPr indent="-355600" lvl="6" marL="3200400">
              <a:lnSpc>
                <a:spcPct val="90000"/>
              </a:lnSpc>
              <a:spcBef>
                <a:spcPts val="0"/>
              </a:spcBef>
              <a:spcAft>
                <a:spcPts val="0"/>
              </a:spcAft>
              <a:buSzPts val="2000"/>
              <a:buChar char="●"/>
              <a:defRPr sz="2000"/>
            </a:lvl7pPr>
            <a:lvl8pPr indent="-355600" lvl="7" marL="3657600">
              <a:lnSpc>
                <a:spcPct val="90000"/>
              </a:lnSpc>
              <a:spcBef>
                <a:spcPts val="0"/>
              </a:spcBef>
              <a:spcAft>
                <a:spcPts val="0"/>
              </a:spcAft>
              <a:buSzPts val="2000"/>
              <a:buChar char="○"/>
              <a:defRPr sz="2000"/>
            </a:lvl8pPr>
            <a:lvl9pPr indent="-355600" lvl="8" marL="4114800">
              <a:lnSpc>
                <a:spcPct val="90000"/>
              </a:lnSpc>
              <a:spcBef>
                <a:spcPts val="0"/>
              </a:spcBef>
              <a:spcAft>
                <a:spcPts val="0"/>
              </a:spcAft>
              <a:buSzPts val="2000"/>
              <a:buChar char="■"/>
              <a:defRPr sz="2000"/>
            </a:lvl9pPr>
          </a:lstStyle>
          <a:p/>
        </p:txBody>
      </p:sp>
      <p:cxnSp>
        <p:nvCxnSpPr>
          <p:cNvPr id="177" name="Google Shape;177;p31"/>
          <p:cNvCxnSpPr/>
          <p:nvPr/>
        </p:nvCxnSpPr>
        <p:spPr>
          <a:xfrm rot="10800000">
            <a:off x="6098500" y="3583650"/>
            <a:ext cx="6082800" cy="0"/>
          </a:xfrm>
          <a:prstGeom prst="straightConnector1">
            <a:avLst/>
          </a:prstGeom>
          <a:noFill/>
          <a:ln cap="flat" cmpd="sng" w="9525">
            <a:solidFill>
              <a:schemeClr val="dk1"/>
            </a:solidFill>
            <a:prstDash val="solid"/>
            <a:round/>
            <a:headEnd len="med" w="med" type="none"/>
            <a:tailEnd len="med" w="med" type="none"/>
          </a:ln>
        </p:spPr>
      </p:cxnSp>
      <p:cxnSp>
        <p:nvCxnSpPr>
          <p:cNvPr id="178" name="Google Shape;178;p31"/>
          <p:cNvCxnSpPr/>
          <p:nvPr/>
        </p:nvCxnSpPr>
        <p:spPr>
          <a:xfrm rot="10800000">
            <a:off x="0" y="8123950"/>
            <a:ext cx="18304800" cy="0"/>
          </a:xfrm>
          <a:prstGeom prst="straightConnector1">
            <a:avLst/>
          </a:prstGeom>
          <a:noFill/>
          <a:ln cap="flat" cmpd="sng" w="9525">
            <a:solidFill>
              <a:schemeClr val="dk1"/>
            </a:solidFill>
            <a:prstDash val="solid"/>
            <a:round/>
            <a:headEnd len="med" w="med" type="none"/>
            <a:tailEnd len="med" w="med" type="none"/>
          </a:ln>
        </p:spPr>
      </p:cxnSp>
      <p:sp>
        <p:nvSpPr>
          <p:cNvPr id="179" name="Google Shape;179;p31"/>
          <p:cNvSpPr txBox="1"/>
          <p:nvPr>
            <p:ph idx="9" type="title"/>
          </p:nvPr>
        </p:nvSpPr>
        <p:spPr>
          <a:xfrm>
            <a:off x="4995750" y="291600"/>
            <a:ext cx="9583200" cy="933000"/>
          </a:xfrm>
          <a:prstGeom prst="rect">
            <a:avLst/>
          </a:prstGeom>
        </p:spPr>
        <p:txBody>
          <a:bodyPr anchorCtr="0" anchor="t" bIns="182850" lIns="182850" spcFirstLastPara="1" rIns="182850" wrap="square" tIns="182850">
            <a:normAutofit/>
          </a:bodyPr>
          <a:lstStyle>
            <a:lvl1pPr lvl="0">
              <a:spcBef>
                <a:spcPts val="0"/>
              </a:spcBef>
              <a:spcAft>
                <a:spcPts val="0"/>
              </a:spcAft>
              <a:buClr>
                <a:schemeClr val="dk2"/>
              </a:buClr>
              <a:buSzPts val="5600"/>
              <a:buNone/>
              <a:defRPr>
                <a:solidFill>
                  <a:schemeClr val="dk2"/>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with details">
  <p:cSld name="BIG_NUMBER">
    <p:bg>
      <p:bgPr>
        <a:solidFill>
          <a:schemeClr val="lt1"/>
        </a:solidFill>
      </p:bgPr>
    </p:bg>
    <p:spTree>
      <p:nvGrpSpPr>
        <p:cNvPr id="180" name="Shape 180"/>
        <p:cNvGrpSpPr/>
        <p:nvPr/>
      </p:nvGrpSpPr>
      <p:grpSpPr>
        <a:xfrm>
          <a:off x="0" y="0"/>
          <a:ext cx="0" cy="0"/>
          <a:chOff x="0" y="0"/>
          <a:chExt cx="0" cy="0"/>
        </a:xfrm>
      </p:grpSpPr>
      <p:sp>
        <p:nvSpPr>
          <p:cNvPr id="181" name="Google Shape;181;p32"/>
          <p:cNvSpPr/>
          <p:nvPr/>
        </p:nvSpPr>
        <p:spPr>
          <a:xfrm>
            <a:off x="9144000" y="-250"/>
            <a:ext cx="9144000" cy="10287000"/>
          </a:xfrm>
          <a:prstGeom prst="rect">
            <a:avLst/>
          </a:prstGeom>
          <a:solidFill>
            <a:schemeClr val="dk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800">
              <a:latin typeface="Inter"/>
              <a:ea typeface="Inter"/>
              <a:cs typeface="Inter"/>
              <a:sym typeface="Inter"/>
            </a:endParaRPr>
          </a:p>
        </p:txBody>
      </p:sp>
      <p:sp>
        <p:nvSpPr>
          <p:cNvPr id="182" name="Google Shape;182;p3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3" name="Google Shape;183;p32"/>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4" name="Google Shape;184;p32"/>
          <p:cNvSpPr txBox="1"/>
          <p:nvPr>
            <p:ph idx="2"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Clr>
                <a:schemeClr val="lt1"/>
              </a:buClr>
              <a:buSzPts val="1200"/>
              <a:buNone/>
              <a:defRPr b="0" sz="1200">
                <a:solidFill>
                  <a:schemeClr val="lt1"/>
                </a:solidFill>
              </a:defRPr>
            </a:lvl1pPr>
            <a:lvl2pPr lvl="1" algn="r">
              <a:spcBef>
                <a:spcPts val="0"/>
              </a:spcBef>
              <a:spcAft>
                <a:spcPts val="0"/>
              </a:spcAft>
              <a:buClr>
                <a:schemeClr val="lt1"/>
              </a:buClr>
              <a:buSzPts val="5600"/>
              <a:buNone/>
              <a:defRPr>
                <a:solidFill>
                  <a:schemeClr val="lt1"/>
                </a:solidFill>
              </a:defRPr>
            </a:lvl2pPr>
            <a:lvl3pPr lvl="2" algn="r">
              <a:spcBef>
                <a:spcPts val="0"/>
              </a:spcBef>
              <a:spcAft>
                <a:spcPts val="0"/>
              </a:spcAft>
              <a:buClr>
                <a:schemeClr val="lt1"/>
              </a:buClr>
              <a:buSzPts val="5600"/>
              <a:buNone/>
              <a:defRPr>
                <a:solidFill>
                  <a:schemeClr val="lt1"/>
                </a:solidFill>
              </a:defRPr>
            </a:lvl3pPr>
            <a:lvl4pPr lvl="3" algn="r">
              <a:spcBef>
                <a:spcPts val="0"/>
              </a:spcBef>
              <a:spcAft>
                <a:spcPts val="0"/>
              </a:spcAft>
              <a:buClr>
                <a:schemeClr val="lt1"/>
              </a:buClr>
              <a:buSzPts val="5600"/>
              <a:buNone/>
              <a:defRPr>
                <a:solidFill>
                  <a:schemeClr val="lt1"/>
                </a:solidFill>
              </a:defRPr>
            </a:lvl4pPr>
            <a:lvl5pPr lvl="4" algn="r">
              <a:spcBef>
                <a:spcPts val="0"/>
              </a:spcBef>
              <a:spcAft>
                <a:spcPts val="0"/>
              </a:spcAft>
              <a:buClr>
                <a:schemeClr val="lt1"/>
              </a:buClr>
              <a:buSzPts val="5600"/>
              <a:buNone/>
              <a:defRPr>
                <a:solidFill>
                  <a:schemeClr val="lt1"/>
                </a:solidFill>
              </a:defRPr>
            </a:lvl5pPr>
            <a:lvl6pPr lvl="5" algn="r">
              <a:spcBef>
                <a:spcPts val="0"/>
              </a:spcBef>
              <a:spcAft>
                <a:spcPts val="0"/>
              </a:spcAft>
              <a:buClr>
                <a:schemeClr val="lt1"/>
              </a:buClr>
              <a:buSzPts val="5600"/>
              <a:buNone/>
              <a:defRPr>
                <a:solidFill>
                  <a:schemeClr val="lt1"/>
                </a:solidFill>
              </a:defRPr>
            </a:lvl6pPr>
            <a:lvl7pPr lvl="6" algn="r">
              <a:spcBef>
                <a:spcPts val="0"/>
              </a:spcBef>
              <a:spcAft>
                <a:spcPts val="0"/>
              </a:spcAft>
              <a:buClr>
                <a:schemeClr val="lt1"/>
              </a:buClr>
              <a:buSzPts val="5600"/>
              <a:buNone/>
              <a:defRPr>
                <a:solidFill>
                  <a:schemeClr val="lt1"/>
                </a:solidFill>
              </a:defRPr>
            </a:lvl7pPr>
            <a:lvl8pPr lvl="7" algn="r">
              <a:spcBef>
                <a:spcPts val="0"/>
              </a:spcBef>
              <a:spcAft>
                <a:spcPts val="0"/>
              </a:spcAft>
              <a:buClr>
                <a:schemeClr val="lt1"/>
              </a:buClr>
              <a:buSzPts val="5600"/>
              <a:buNone/>
              <a:defRPr>
                <a:solidFill>
                  <a:schemeClr val="lt1"/>
                </a:solidFill>
              </a:defRPr>
            </a:lvl8pPr>
            <a:lvl9pPr lvl="8" algn="r">
              <a:spcBef>
                <a:spcPts val="0"/>
              </a:spcBef>
              <a:spcAft>
                <a:spcPts val="0"/>
              </a:spcAft>
              <a:buClr>
                <a:schemeClr val="lt1"/>
              </a:buClr>
              <a:buSzPts val="5600"/>
              <a:buNone/>
              <a:defRPr>
                <a:solidFill>
                  <a:schemeClr val="lt1"/>
                </a:solidFill>
              </a:defRPr>
            </a:lvl9pPr>
          </a:lstStyle>
          <a:p/>
        </p:txBody>
      </p:sp>
      <p:sp>
        <p:nvSpPr>
          <p:cNvPr id="185" name="Google Shape;185;p32"/>
          <p:cNvSpPr txBox="1"/>
          <p:nvPr>
            <p:ph idx="3" type="title"/>
          </p:nvPr>
        </p:nvSpPr>
        <p:spPr>
          <a:xfrm>
            <a:off x="9603600" y="3288050"/>
            <a:ext cx="8217000" cy="889800"/>
          </a:xfrm>
          <a:prstGeom prst="rect">
            <a:avLst/>
          </a:prstGeom>
        </p:spPr>
        <p:txBody>
          <a:bodyPr anchorCtr="0" anchor="ctr" bIns="182850" lIns="182850" spcFirstLastPara="1" rIns="182850" wrap="square" tIns="182850">
            <a:noAutofit/>
          </a:bodyPr>
          <a:lstStyle>
            <a:lvl1pPr lvl="0" algn="ctr">
              <a:lnSpc>
                <a:spcPct val="80000"/>
              </a:lnSpc>
              <a:spcBef>
                <a:spcPts val="0"/>
              </a:spcBef>
              <a:spcAft>
                <a:spcPts val="0"/>
              </a:spcAft>
              <a:buClr>
                <a:schemeClr val="lt1"/>
              </a:buClr>
              <a:buSzPts val="4000"/>
              <a:buNone/>
              <a:defRPr sz="4000">
                <a:solidFill>
                  <a:schemeClr val="lt1"/>
                </a:solidFill>
              </a:defRPr>
            </a:lvl1pPr>
            <a:lvl2pPr lvl="1" algn="ctr">
              <a:lnSpc>
                <a:spcPct val="80000"/>
              </a:lnSpc>
              <a:spcBef>
                <a:spcPts val="0"/>
              </a:spcBef>
              <a:spcAft>
                <a:spcPts val="0"/>
              </a:spcAft>
              <a:buClr>
                <a:schemeClr val="lt1"/>
              </a:buClr>
              <a:buSzPts val="4000"/>
              <a:buNone/>
              <a:defRPr sz="4000">
                <a:solidFill>
                  <a:schemeClr val="lt1"/>
                </a:solidFill>
              </a:defRPr>
            </a:lvl2pPr>
            <a:lvl3pPr lvl="2" algn="ctr">
              <a:lnSpc>
                <a:spcPct val="80000"/>
              </a:lnSpc>
              <a:spcBef>
                <a:spcPts val="0"/>
              </a:spcBef>
              <a:spcAft>
                <a:spcPts val="0"/>
              </a:spcAft>
              <a:buClr>
                <a:schemeClr val="lt1"/>
              </a:buClr>
              <a:buSzPts val="4000"/>
              <a:buNone/>
              <a:defRPr sz="4000">
                <a:solidFill>
                  <a:schemeClr val="lt1"/>
                </a:solidFill>
              </a:defRPr>
            </a:lvl3pPr>
            <a:lvl4pPr lvl="3" algn="ctr">
              <a:lnSpc>
                <a:spcPct val="80000"/>
              </a:lnSpc>
              <a:spcBef>
                <a:spcPts val="0"/>
              </a:spcBef>
              <a:spcAft>
                <a:spcPts val="0"/>
              </a:spcAft>
              <a:buClr>
                <a:schemeClr val="lt1"/>
              </a:buClr>
              <a:buSzPts val="4000"/>
              <a:buNone/>
              <a:defRPr sz="4000">
                <a:solidFill>
                  <a:schemeClr val="lt1"/>
                </a:solidFill>
              </a:defRPr>
            </a:lvl4pPr>
            <a:lvl5pPr lvl="4" algn="ctr">
              <a:lnSpc>
                <a:spcPct val="80000"/>
              </a:lnSpc>
              <a:spcBef>
                <a:spcPts val="0"/>
              </a:spcBef>
              <a:spcAft>
                <a:spcPts val="0"/>
              </a:spcAft>
              <a:buClr>
                <a:schemeClr val="lt1"/>
              </a:buClr>
              <a:buSzPts val="4000"/>
              <a:buNone/>
              <a:defRPr sz="4000">
                <a:solidFill>
                  <a:schemeClr val="lt1"/>
                </a:solidFill>
              </a:defRPr>
            </a:lvl5pPr>
            <a:lvl6pPr lvl="5" algn="ctr">
              <a:lnSpc>
                <a:spcPct val="80000"/>
              </a:lnSpc>
              <a:spcBef>
                <a:spcPts val="0"/>
              </a:spcBef>
              <a:spcAft>
                <a:spcPts val="0"/>
              </a:spcAft>
              <a:buClr>
                <a:schemeClr val="lt1"/>
              </a:buClr>
              <a:buSzPts val="4000"/>
              <a:buNone/>
              <a:defRPr sz="4000">
                <a:solidFill>
                  <a:schemeClr val="lt1"/>
                </a:solidFill>
              </a:defRPr>
            </a:lvl6pPr>
            <a:lvl7pPr lvl="6" algn="ctr">
              <a:lnSpc>
                <a:spcPct val="80000"/>
              </a:lnSpc>
              <a:spcBef>
                <a:spcPts val="0"/>
              </a:spcBef>
              <a:spcAft>
                <a:spcPts val="0"/>
              </a:spcAft>
              <a:buClr>
                <a:schemeClr val="lt1"/>
              </a:buClr>
              <a:buSzPts val="4000"/>
              <a:buNone/>
              <a:defRPr sz="4000">
                <a:solidFill>
                  <a:schemeClr val="lt1"/>
                </a:solidFill>
              </a:defRPr>
            </a:lvl7pPr>
            <a:lvl8pPr lvl="7" algn="ctr">
              <a:lnSpc>
                <a:spcPct val="80000"/>
              </a:lnSpc>
              <a:spcBef>
                <a:spcPts val="0"/>
              </a:spcBef>
              <a:spcAft>
                <a:spcPts val="0"/>
              </a:spcAft>
              <a:buClr>
                <a:schemeClr val="lt1"/>
              </a:buClr>
              <a:buSzPts val="4000"/>
              <a:buNone/>
              <a:defRPr sz="4000">
                <a:solidFill>
                  <a:schemeClr val="lt1"/>
                </a:solidFill>
              </a:defRPr>
            </a:lvl8pPr>
            <a:lvl9pPr lvl="8" algn="ctr">
              <a:lnSpc>
                <a:spcPct val="80000"/>
              </a:lnSpc>
              <a:spcBef>
                <a:spcPts val="0"/>
              </a:spcBef>
              <a:spcAft>
                <a:spcPts val="0"/>
              </a:spcAft>
              <a:buClr>
                <a:schemeClr val="lt1"/>
              </a:buClr>
              <a:buSzPts val="4000"/>
              <a:buNone/>
              <a:defRPr sz="4000">
                <a:solidFill>
                  <a:schemeClr val="lt1"/>
                </a:solidFill>
              </a:defRPr>
            </a:lvl9pPr>
          </a:lstStyle>
          <a:p/>
        </p:txBody>
      </p:sp>
      <p:sp>
        <p:nvSpPr>
          <p:cNvPr id="186" name="Google Shape;186;p32"/>
          <p:cNvSpPr txBox="1"/>
          <p:nvPr>
            <p:ph idx="1" type="body"/>
          </p:nvPr>
        </p:nvSpPr>
        <p:spPr>
          <a:xfrm>
            <a:off x="9611417" y="4138425"/>
            <a:ext cx="8217000" cy="2660400"/>
          </a:xfrm>
          <a:prstGeom prst="rect">
            <a:avLst/>
          </a:prstGeom>
        </p:spPr>
        <p:txBody>
          <a:bodyPr anchorCtr="0" anchor="ctr" bIns="182850" lIns="182850" spcFirstLastPara="1" rIns="182850" wrap="square" tIns="182850">
            <a:noAutofit/>
          </a:bodyPr>
          <a:lstStyle>
            <a:lvl1pPr indent="-431800" lvl="0" marL="457200" algn="ctr">
              <a:spcBef>
                <a:spcPts val="0"/>
              </a:spcBef>
              <a:spcAft>
                <a:spcPts val="0"/>
              </a:spcAft>
              <a:buClr>
                <a:schemeClr val="lt1"/>
              </a:buClr>
              <a:buSzPts val="3200"/>
              <a:buChar char="●"/>
              <a:defRPr sz="3200">
                <a:solidFill>
                  <a:schemeClr val="lt1"/>
                </a:solidFill>
              </a:defRPr>
            </a:lvl1pPr>
            <a:lvl2pPr indent="-431800" lvl="1" marL="914400" algn="ctr">
              <a:spcBef>
                <a:spcPts val="0"/>
              </a:spcBef>
              <a:spcAft>
                <a:spcPts val="0"/>
              </a:spcAft>
              <a:buClr>
                <a:schemeClr val="lt1"/>
              </a:buClr>
              <a:buSzPts val="3200"/>
              <a:buChar char="○"/>
              <a:defRPr sz="3200">
                <a:solidFill>
                  <a:schemeClr val="lt1"/>
                </a:solidFill>
              </a:defRPr>
            </a:lvl2pPr>
            <a:lvl3pPr indent="-431800" lvl="2" marL="1371600" algn="ctr">
              <a:spcBef>
                <a:spcPts val="0"/>
              </a:spcBef>
              <a:spcAft>
                <a:spcPts val="0"/>
              </a:spcAft>
              <a:buClr>
                <a:schemeClr val="lt1"/>
              </a:buClr>
              <a:buSzPts val="3200"/>
              <a:buChar char="■"/>
              <a:defRPr sz="3200">
                <a:solidFill>
                  <a:schemeClr val="lt1"/>
                </a:solidFill>
              </a:defRPr>
            </a:lvl3pPr>
            <a:lvl4pPr indent="-431800" lvl="3" marL="1828800" algn="ctr">
              <a:spcBef>
                <a:spcPts val="0"/>
              </a:spcBef>
              <a:spcAft>
                <a:spcPts val="0"/>
              </a:spcAft>
              <a:buClr>
                <a:schemeClr val="lt1"/>
              </a:buClr>
              <a:buSzPts val="3200"/>
              <a:buChar char="●"/>
              <a:defRPr sz="3200">
                <a:solidFill>
                  <a:schemeClr val="lt1"/>
                </a:solidFill>
              </a:defRPr>
            </a:lvl4pPr>
            <a:lvl5pPr indent="-431800" lvl="4" marL="2286000" algn="ctr">
              <a:spcBef>
                <a:spcPts val="0"/>
              </a:spcBef>
              <a:spcAft>
                <a:spcPts val="0"/>
              </a:spcAft>
              <a:buClr>
                <a:schemeClr val="lt1"/>
              </a:buClr>
              <a:buSzPts val="3200"/>
              <a:buChar char="○"/>
              <a:defRPr sz="3200">
                <a:solidFill>
                  <a:schemeClr val="lt1"/>
                </a:solidFill>
              </a:defRPr>
            </a:lvl5pPr>
            <a:lvl6pPr indent="-431800" lvl="5" marL="2743200" algn="ctr">
              <a:spcBef>
                <a:spcPts val="0"/>
              </a:spcBef>
              <a:spcAft>
                <a:spcPts val="0"/>
              </a:spcAft>
              <a:buClr>
                <a:schemeClr val="lt1"/>
              </a:buClr>
              <a:buSzPts val="3200"/>
              <a:buChar char="■"/>
              <a:defRPr sz="3200">
                <a:solidFill>
                  <a:schemeClr val="lt1"/>
                </a:solidFill>
              </a:defRPr>
            </a:lvl6pPr>
            <a:lvl7pPr indent="-431800" lvl="6" marL="3200400" algn="ctr">
              <a:spcBef>
                <a:spcPts val="0"/>
              </a:spcBef>
              <a:spcAft>
                <a:spcPts val="0"/>
              </a:spcAft>
              <a:buClr>
                <a:schemeClr val="lt1"/>
              </a:buClr>
              <a:buSzPts val="3200"/>
              <a:buChar char="●"/>
              <a:defRPr sz="3200">
                <a:solidFill>
                  <a:schemeClr val="lt1"/>
                </a:solidFill>
              </a:defRPr>
            </a:lvl7pPr>
            <a:lvl8pPr indent="-431800" lvl="7" marL="3657600" algn="ctr">
              <a:spcBef>
                <a:spcPts val="0"/>
              </a:spcBef>
              <a:spcAft>
                <a:spcPts val="0"/>
              </a:spcAft>
              <a:buClr>
                <a:schemeClr val="lt1"/>
              </a:buClr>
              <a:buSzPts val="3200"/>
              <a:buChar char="○"/>
              <a:defRPr sz="3200">
                <a:solidFill>
                  <a:schemeClr val="lt1"/>
                </a:solidFill>
              </a:defRPr>
            </a:lvl8pPr>
            <a:lvl9pPr indent="-431800" lvl="8" marL="4114800" algn="ctr">
              <a:spcBef>
                <a:spcPts val="0"/>
              </a:spcBef>
              <a:spcAft>
                <a:spcPts val="0"/>
              </a:spcAft>
              <a:buClr>
                <a:schemeClr val="lt1"/>
              </a:buClr>
              <a:buSzPts val="3200"/>
              <a:buChar char="■"/>
              <a:defRPr sz="3200">
                <a:solidFill>
                  <a:schemeClr val="lt1"/>
                </a:solidFill>
              </a:defRPr>
            </a:lvl9pPr>
          </a:lstStyle>
          <a:p/>
        </p:txBody>
      </p:sp>
      <p:sp>
        <p:nvSpPr>
          <p:cNvPr id="187" name="Google Shape;187;p32"/>
          <p:cNvSpPr txBox="1"/>
          <p:nvPr>
            <p:ph idx="4" type="title"/>
          </p:nvPr>
        </p:nvSpPr>
        <p:spPr>
          <a:xfrm>
            <a:off x="9603600" y="6759400"/>
            <a:ext cx="8217000" cy="889800"/>
          </a:xfrm>
          <a:prstGeom prst="rect">
            <a:avLst/>
          </a:prstGeom>
        </p:spPr>
        <p:txBody>
          <a:bodyPr anchorCtr="0" anchor="ctr" bIns="182850" lIns="182850" spcFirstLastPara="1" rIns="182850" wrap="square" tIns="182850">
            <a:noAutofit/>
          </a:bodyPr>
          <a:lstStyle>
            <a:lvl1pPr lvl="0" algn="ctr">
              <a:lnSpc>
                <a:spcPct val="80000"/>
              </a:lnSpc>
              <a:spcBef>
                <a:spcPts val="0"/>
              </a:spcBef>
              <a:spcAft>
                <a:spcPts val="0"/>
              </a:spcAft>
              <a:buClr>
                <a:schemeClr val="lt1"/>
              </a:buClr>
              <a:buSzPts val="2000"/>
              <a:buNone/>
              <a:defRPr sz="2000">
                <a:solidFill>
                  <a:schemeClr val="lt1"/>
                </a:solidFill>
              </a:defRPr>
            </a:lvl1pPr>
            <a:lvl2pPr lvl="1" algn="ctr">
              <a:lnSpc>
                <a:spcPct val="80000"/>
              </a:lnSpc>
              <a:spcBef>
                <a:spcPts val="0"/>
              </a:spcBef>
              <a:spcAft>
                <a:spcPts val="0"/>
              </a:spcAft>
              <a:buClr>
                <a:schemeClr val="lt1"/>
              </a:buClr>
              <a:buSzPts val="2000"/>
              <a:buNone/>
              <a:defRPr sz="2000">
                <a:solidFill>
                  <a:schemeClr val="lt1"/>
                </a:solidFill>
              </a:defRPr>
            </a:lvl2pPr>
            <a:lvl3pPr lvl="2" algn="ctr">
              <a:lnSpc>
                <a:spcPct val="80000"/>
              </a:lnSpc>
              <a:spcBef>
                <a:spcPts val="0"/>
              </a:spcBef>
              <a:spcAft>
                <a:spcPts val="0"/>
              </a:spcAft>
              <a:buClr>
                <a:schemeClr val="lt1"/>
              </a:buClr>
              <a:buSzPts val="2000"/>
              <a:buNone/>
              <a:defRPr sz="2000">
                <a:solidFill>
                  <a:schemeClr val="lt1"/>
                </a:solidFill>
              </a:defRPr>
            </a:lvl3pPr>
            <a:lvl4pPr lvl="3" algn="ctr">
              <a:lnSpc>
                <a:spcPct val="80000"/>
              </a:lnSpc>
              <a:spcBef>
                <a:spcPts val="0"/>
              </a:spcBef>
              <a:spcAft>
                <a:spcPts val="0"/>
              </a:spcAft>
              <a:buClr>
                <a:schemeClr val="lt1"/>
              </a:buClr>
              <a:buSzPts val="2000"/>
              <a:buNone/>
              <a:defRPr sz="2000">
                <a:solidFill>
                  <a:schemeClr val="lt1"/>
                </a:solidFill>
              </a:defRPr>
            </a:lvl4pPr>
            <a:lvl5pPr lvl="4" algn="ctr">
              <a:lnSpc>
                <a:spcPct val="80000"/>
              </a:lnSpc>
              <a:spcBef>
                <a:spcPts val="0"/>
              </a:spcBef>
              <a:spcAft>
                <a:spcPts val="0"/>
              </a:spcAft>
              <a:buClr>
                <a:schemeClr val="lt1"/>
              </a:buClr>
              <a:buSzPts val="2000"/>
              <a:buNone/>
              <a:defRPr sz="2000">
                <a:solidFill>
                  <a:schemeClr val="lt1"/>
                </a:solidFill>
              </a:defRPr>
            </a:lvl5pPr>
            <a:lvl6pPr lvl="5" algn="ctr">
              <a:lnSpc>
                <a:spcPct val="80000"/>
              </a:lnSpc>
              <a:spcBef>
                <a:spcPts val="0"/>
              </a:spcBef>
              <a:spcAft>
                <a:spcPts val="0"/>
              </a:spcAft>
              <a:buClr>
                <a:schemeClr val="lt1"/>
              </a:buClr>
              <a:buSzPts val="2000"/>
              <a:buNone/>
              <a:defRPr sz="2000">
                <a:solidFill>
                  <a:schemeClr val="lt1"/>
                </a:solidFill>
              </a:defRPr>
            </a:lvl6pPr>
            <a:lvl7pPr lvl="6" algn="ctr">
              <a:lnSpc>
                <a:spcPct val="80000"/>
              </a:lnSpc>
              <a:spcBef>
                <a:spcPts val="0"/>
              </a:spcBef>
              <a:spcAft>
                <a:spcPts val="0"/>
              </a:spcAft>
              <a:buClr>
                <a:schemeClr val="lt1"/>
              </a:buClr>
              <a:buSzPts val="2000"/>
              <a:buNone/>
              <a:defRPr sz="2000">
                <a:solidFill>
                  <a:schemeClr val="lt1"/>
                </a:solidFill>
              </a:defRPr>
            </a:lvl7pPr>
            <a:lvl8pPr lvl="7" algn="ctr">
              <a:lnSpc>
                <a:spcPct val="80000"/>
              </a:lnSpc>
              <a:spcBef>
                <a:spcPts val="0"/>
              </a:spcBef>
              <a:spcAft>
                <a:spcPts val="0"/>
              </a:spcAft>
              <a:buClr>
                <a:schemeClr val="lt1"/>
              </a:buClr>
              <a:buSzPts val="2000"/>
              <a:buNone/>
              <a:defRPr sz="2000">
                <a:solidFill>
                  <a:schemeClr val="lt1"/>
                </a:solidFill>
              </a:defRPr>
            </a:lvl8pPr>
            <a:lvl9pPr lvl="8" algn="ctr">
              <a:lnSpc>
                <a:spcPct val="80000"/>
              </a:lnSpc>
              <a:spcBef>
                <a:spcPts val="0"/>
              </a:spcBef>
              <a:spcAft>
                <a:spcPts val="0"/>
              </a:spcAft>
              <a:buClr>
                <a:schemeClr val="lt1"/>
              </a:buClr>
              <a:buSzPts val="2000"/>
              <a:buNone/>
              <a:defRPr sz="2000">
                <a:solidFill>
                  <a:schemeClr val="lt1"/>
                </a:solidFill>
              </a:defRPr>
            </a:lvl9pPr>
          </a:lstStyle>
          <a:p/>
        </p:txBody>
      </p:sp>
      <p:sp>
        <p:nvSpPr>
          <p:cNvPr id="188" name="Google Shape;188;p32"/>
          <p:cNvSpPr txBox="1"/>
          <p:nvPr>
            <p:ph idx="5" type="title"/>
          </p:nvPr>
        </p:nvSpPr>
        <p:spPr>
          <a:xfrm>
            <a:off x="459600" y="3288050"/>
            <a:ext cx="8217000" cy="889800"/>
          </a:xfrm>
          <a:prstGeom prst="rect">
            <a:avLst/>
          </a:prstGeom>
        </p:spPr>
        <p:txBody>
          <a:bodyPr anchorCtr="0" anchor="ctr" bIns="182850" lIns="182850" spcFirstLastPara="1" rIns="182850" wrap="square" tIns="182850">
            <a:noAutofit/>
          </a:bodyPr>
          <a:lstStyle>
            <a:lvl1pPr lvl="0" algn="ctr">
              <a:lnSpc>
                <a:spcPct val="80000"/>
              </a:lnSpc>
              <a:spcBef>
                <a:spcPts val="0"/>
              </a:spcBef>
              <a:spcAft>
                <a:spcPts val="0"/>
              </a:spcAft>
              <a:buSzPts val="4000"/>
              <a:buNone/>
              <a:defRPr sz="4000"/>
            </a:lvl1pPr>
            <a:lvl2pPr lvl="1" algn="ctr">
              <a:lnSpc>
                <a:spcPct val="80000"/>
              </a:lnSpc>
              <a:spcBef>
                <a:spcPts val="0"/>
              </a:spcBef>
              <a:spcAft>
                <a:spcPts val="0"/>
              </a:spcAft>
              <a:buSzPts val="4000"/>
              <a:buNone/>
              <a:defRPr sz="4000"/>
            </a:lvl2pPr>
            <a:lvl3pPr lvl="2" algn="ctr">
              <a:lnSpc>
                <a:spcPct val="80000"/>
              </a:lnSpc>
              <a:spcBef>
                <a:spcPts val="0"/>
              </a:spcBef>
              <a:spcAft>
                <a:spcPts val="0"/>
              </a:spcAft>
              <a:buSzPts val="4000"/>
              <a:buNone/>
              <a:defRPr sz="4000"/>
            </a:lvl3pPr>
            <a:lvl4pPr lvl="3" algn="ctr">
              <a:lnSpc>
                <a:spcPct val="80000"/>
              </a:lnSpc>
              <a:spcBef>
                <a:spcPts val="0"/>
              </a:spcBef>
              <a:spcAft>
                <a:spcPts val="0"/>
              </a:spcAft>
              <a:buSzPts val="4000"/>
              <a:buNone/>
              <a:defRPr sz="4000"/>
            </a:lvl4pPr>
            <a:lvl5pPr lvl="4" algn="ctr">
              <a:lnSpc>
                <a:spcPct val="80000"/>
              </a:lnSpc>
              <a:spcBef>
                <a:spcPts val="0"/>
              </a:spcBef>
              <a:spcAft>
                <a:spcPts val="0"/>
              </a:spcAft>
              <a:buSzPts val="4000"/>
              <a:buNone/>
              <a:defRPr sz="4000"/>
            </a:lvl5pPr>
            <a:lvl6pPr lvl="5" algn="ctr">
              <a:lnSpc>
                <a:spcPct val="80000"/>
              </a:lnSpc>
              <a:spcBef>
                <a:spcPts val="0"/>
              </a:spcBef>
              <a:spcAft>
                <a:spcPts val="0"/>
              </a:spcAft>
              <a:buSzPts val="4000"/>
              <a:buNone/>
              <a:defRPr sz="4000"/>
            </a:lvl6pPr>
            <a:lvl7pPr lvl="6" algn="ctr">
              <a:lnSpc>
                <a:spcPct val="80000"/>
              </a:lnSpc>
              <a:spcBef>
                <a:spcPts val="0"/>
              </a:spcBef>
              <a:spcAft>
                <a:spcPts val="0"/>
              </a:spcAft>
              <a:buSzPts val="4000"/>
              <a:buNone/>
              <a:defRPr sz="4000"/>
            </a:lvl7pPr>
            <a:lvl8pPr lvl="7" algn="ctr">
              <a:lnSpc>
                <a:spcPct val="80000"/>
              </a:lnSpc>
              <a:spcBef>
                <a:spcPts val="0"/>
              </a:spcBef>
              <a:spcAft>
                <a:spcPts val="0"/>
              </a:spcAft>
              <a:buSzPts val="4000"/>
              <a:buNone/>
              <a:defRPr sz="4000"/>
            </a:lvl8pPr>
            <a:lvl9pPr lvl="8" algn="ctr">
              <a:lnSpc>
                <a:spcPct val="80000"/>
              </a:lnSpc>
              <a:spcBef>
                <a:spcPts val="0"/>
              </a:spcBef>
              <a:spcAft>
                <a:spcPts val="0"/>
              </a:spcAft>
              <a:buSzPts val="4000"/>
              <a:buNone/>
              <a:defRPr sz="4000"/>
            </a:lvl9pPr>
          </a:lstStyle>
          <a:p/>
        </p:txBody>
      </p:sp>
      <p:sp>
        <p:nvSpPr>
          <p:cNvPr id="189" name="Google Shape;189;p32"/>
          <p:cNvSpPr txBox="1"/>
          <p:nvPr>
            <p:ph idx="6" type="body"/>
          </p:nvPr>
        </p:nvSpPr>
        <p:spPr>
          <a:xfrm>
            <a:off x="467417" y="4138425"/>
            <a:ext cx="8217000" cy="2660400"/>
          </a:xfrm>
          <a:prstGeom prst="rect">
            <a:avLst/>
          </a:prstGeom>
        </p:spPr>
        <p:txBody>
          <a:bodyPr anchorCtr="0" anchor="ctr" bIns="182850" lIns="182850" spcFirstLastPara="1" rIns="182850" wrap="square" tIns="182850">
            <a:noAutofit/>
          </a:bodyPr>
          <a:lstStyle>
            <a:lvl1pPr indent="-431800" lvl="0" marL="457200" algn="ctr">
              <a:spcBef>
                <a:spcPts val="0"/>
              </a:spcBef>
              <a:spcAft>
                <a:spcPts val="0"/>
              </a:spcAft>
              <a:buSzPts val="3200"/>
              <a:buChar char="●"/>
              <a:defRPr sz="3200"/>
            </a:lvl1pPr>
            <a:lvl2pPr indent="-431800" lvl="1" marL="914400" algn="ctr">
              <a:spcBef>
                <a:spcPts val="0"/>
              </a:spcBef>
              <a:spcAft>
                <a:spcPts val="0"/>
              </a:spcAft>
              <a:buSzPts val="3200"/>
              <a:buChar char="○"/>
              <a:defRPr sz="3200"/>
            </a:lvl2pPr>
            <a:lvl3pPr indent="-431800" lvl="2" marL="1371600" algn="ctr">
              <a:spcBef>
                <a:spcPts val="0"/>
              </a:spcBef>
              <a:spcAft>
                <a:spcPts val="0"/>
              </a:spcAft>
              <a:buSzPts val="3200"/>
              <a:buChar char="■"/>
              <a:defRPr sz="3200"/>
            </a:lvl3pPr>
            <a:lvl4pPr indent="-431800" lvl="3" marL="1828800" algn="ctr">
              <a:spcBef>
                <a:spcPts val="0"/>
              </a:spcBef>
              <a:spcAft>
                <a:spcPts val="0"/>
              </a:spcAft>
              <a:buSzPts val="3200"/>
              <a:buChar char="●"/>
              <a:defRPr sz="3200"/>
            </a:lvl4pPr>
            <a:lvl5pPr indent="-431800" lvl="4" marL="2286000" algn="ctr">
              <a:spcBef>
                <a:spcPts val="0"/>
              </a:spcBef>
              <a:spcAft>
                <a:spcPts val="0"/>
              </a:spcAft>
              <a:buSzPts val="3200"/>
              <a:buChar char="○"/>
              <a:defRPr sz="3200"/>
            </a:lvl5pPr>
            <a:lvl6pPr indent="-431800" lvl="5" marL="2743200" algn="ctr">
              <a:spcBef>
                <a:spcPts val="0"/>
              </a:spcBef>
              <a:spcAft>
                <a:spcPts val="0"/>
              </a:spcAft>
              <a:buSzPts val="3200"/>
              <a:buChar char="■"/>
              <a:defRPr sz="3200"/>
            </a:lvl6pPr>
            <a:lvl7pPr indent="-431800" lvl="6" marL="3200400" algn="ctr">
              <a:spcBef>
                <a:spcPts val="0"/>
              </a:spcBef>
              <a:spcAft>
                <a:spcPts val="0"/>
              </a:spcAft>
              <a:buSzPts val="3200"/>
              <a:buChar char="●"/>
              <a:defRPr sz="3200"/>
            </a:lvl7pPr>
            <a:lvl8pPr indent="-431800" lvl="7" marL="3657600" algn="ctr">
              <a:spcBef>
                <a:spcPts val="0"/>
              </a:spcBef>
              <a:spcAft>
                <a:spcPts val="0"/>
              </a:spcAft>
              <a:buSzPts val="3200"/>
              <a:buChar char="○"/>
              <a:defRPr sz="3200"/>
            </a:lvl8pPr>
            <a:lvl9pPr indent="-431800" lvl="8" marL="4114800" algn="ctr">
              <a:spcBef>
                <a:spcPts val="0"/>
              </a:spcBef>
              <a:spcAft>
                <a:spcPts val="0"/>
              </a:spcAft>
              <a:buSzPts val="3200"/>
              <a:buChar char="■"/>
              <a:defRPr sz="3200"/>
            </a:lvl9pPr>
          </a:lstStyle>
          <a:p/>
        </p:txBody>
      </p:sp>
      <p:sp>
        <p:nvSpPr>
          <p:cNvPr id="190" name="Google Shape;190;p32"/>
          <p:cNvSpPr txBox="1"/>
          <p:nvPr>
            <p:ph idx="7" type="title"/>
          </p:nvPr>
        </p:nvSpPr>
        <p:spPr>
          <a:xfrm>
            <a:off x="459600" y="6759400"/>
            <a:ext cx="8217000" cy="889800"/>
          </a:xfrm>
          <a:prstGeom prst="rect">
            <a:avLst/>
          </a:prstGeom>
        </p:spPr>
        <p:txBody>
          <a:bodyPr anchorCtr="0" anchor="ctr" bIns="182850" lIns="182850" spcFirstLastPara="1" rIns="182850" wrap="square" tIns="182850">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BIG_NUMBER_1">
    <p:bg>
      <p:bgPr>
        <a:solidFill>
          <a:schemeClr val="lt1"/>
        </a:solidFill>
      </p:bgPr>
    </p:bg>
    <p:spTree>
      <p:nvGrpSpPr>
        <p:cNvPr id="191" name="Shape 191"/>
        <p:cNvGrpSpPr/>
        <p:nvPr/>
      </p:nvGrpSpPr>
      <p:grpSpPr>
        <a:xfrm>
          <a:off x="0" y="0"/>
          <a:ext cx="0" cy="0"/>
          <a:chOff x="0" y="0"/>
          <a:chExt cx="0" cy="0"/>
        </a:xfrm>
      </p:grpSpPr>
      <p:sp>
        <p:nvSpPr>
          <p:cNvPr id="192" name="Google Shape;192;p33"/>
          <p:cNvSpPr/>
          <p:nvPr/>
        </p:nvSpPr>
        <p:spPr>
          <a:xfrm>
            <a:off x="9144000" y="-250"/>
            <a:ext cx="9144000" cy="10287000"/>
          </a:xfrm>
          <a:prstGeom prst="rect">
            <a:avLst/>
          </a:prstGeom>
          <a:solidFill>
            <a:schemeClr val="dk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800">
              <a:latin typeface="Inter"/>
              <a:ea typeface="Inter"/>
              <a:cs typeface="Inter"/>
              <a:sym typeface="Inter"/>
            </a:endParaRPr>
          </a:p>
        </p:txBody>
      </p:sp>
      <p:sp>
        <p:nvSpPr>
          <p:cNvPr id="193" name="Google Shape;193;p3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33"/>
          <p:cNvSpPr txBox="1"/>
          <p:nvPr>
            <p:ph idx="1" type="body"/>
          </p:nvPr>
        </p:nvSpPr>
        <p:spPr>
          <a:xfrm>
            <a:off x="9611417" y="4138425"/>
            <a:ext cx="8217000" cy="2660400"/>
          </a:xfrm>
          <a:prstGeom prst="rect">
            <a:avLst/>
          </a:prstGeom>
        </p:spPr>
        <p:txBody>
          <a:bodyPr anchorCtr="0" anchor="ctr" bIns="182850" lIns="182850" spcFirstLastPara="1" rIns="182850" wrap="square" tIns="182850">
            <a:noAutofit/>
          </a:bodyPr>
          <a:lstStyle>
            <a:lvl1pPr indent="-431800" lvl="0" marL="457200" algn="ctr">
              <a:spcBef>
                <a:spcPts val="0"/>
              </a:spcBef>
              <a:spcAft>
                <a:spcPts val="0"/>
              </a:spcAft>
              <a:buClr>
                <a:schemeClr val="lt1"/>
              </a:buClr>
              <a:buSzPts val="3200"/>
              <a:buChar char="●"/>
              <a:defRPr sz="3200">
                <a:solidFill>
                  <a:schemeClr val="lt1"/>
                </a:solidFill>
              </a:defRPr>
            </a:lvl1pPr>
            <a:lvl2pPr indent="-431800" lvl="1" marL="914400" algn="ctr">
              <a:spcBef>
                <a:spcPts val="0"/>
              </a:spcBef>
              <a:spcAft>
                <a:spcPts val="0"/>
              </a:spcAft>
              <a:buClr>
                <a:schemeClr val="lt1"/>
              </a:buClr>
              <a:buSzPts val="3200"/>
              <a:buChar char="○"/>
              <a:defRPr sz="3200">
                <a:solidFill>
                  <a:schemeClr val="lt1"/>
                </a:solidFill>
              </a:defRPr>
            </a:lvl2pPr>
            <a:lvl3pPr indent="-431800" lvl="2" marL="1371600" algn="ctr">
              <a:spcBef>
                <a:spcPts val="0"/>
              </a:spcBef>
              <a:spcAft>
                <a:spcPts val="0"/>
              </a:spcAft>
              <a:buClr>
                <a:schemeClr val="lt1"/>
              </a:buClr>
              <a:buSzPts val="3200"/>
              <a:buChar char="■"/>
              <a:defRPr sz="3200">
                <a:solidFill>
                  <a:schemeClr val="lt1"/>
                </a:solidFill>
              </a:defRPr>
            </a:lvl3pPr>
            <a:lvl4pPr indent="-431800" lvl="3" marL="1828800" algn="ctr">
              <a:spcBef>
                <a:spcPts val="0"/>
              </a:spcBef>
              <a:spcAft>
                <a:spcPts val="0"/>
              </a:spcAft>
              <a:buClr>
                <a:schemeClr val="lt1"/>
              </a:buClr>
              <a:buSzPts val="3200"/>
              <a:buChar char="●"/>
              <a:defRPr sz="3200">
                <a:solidFill>
                  <a:schemeClr val="lt1"/>
                </a:solidFill>
              </a:defRPr>
            </a:lvl4pPr>
            <a:lvl5pPr indent="-431800" lvl="4" marL="2286000" algn="ctr">
              <a:spcBef>
                <a:spcPts val="0"/>
              </a:spcBef>
              <a:spcAft>
                <a:spcPts val="0"/>
              </a:spcAft>
              <a:buClr>
                <a:schemeClr val="lt1"/>
              </a:buClr>
              <a:buSzPts val="3200"/>
              <a:buChar char="○"/>
              <a:defRPr sz="3200">
                <a:solidFill>
                  <a:schemeClr val="lt1"/>
                </a:solidFill>
              </a:defRPr>
            </a:lvl5pPr>
            <a:lvl6pPr indent="-431800" lvl="5" marL="2743200" algn="ctr">
              <a:spcBef>
                <a:spcPts val="0"/>
              </a:spcBef>
              <a:spcAft>
                <a:spcPts val="0"/>
              </a:spcAft>
              <a:buClr>
                <a:schemeClr val="lt1"/>
              </a:buClr>
              <a:buSzPts val="3200"/>
              <a:buChar char="■"/>
              <a:defRPr sz="3200">
                <a:solidFill>
                  <a:schemeClr val="lt1"/>
                </a:solidFill>
              </a:defRPr>
            </a:lvl6pPr>
            <a:lvl7pPr indent="-431800" lvl="6" marL="3200400" algn="ctr">
              <a:spcBef>
                <a:spcPts val="0"/>
              </a:spcBef>
              <a:spcAft>
                <a:spcPts val="0"/>
              </a:spcAft>
              <a:buClr>
                <a:schemeClr val="lt1"/>
              </a:buClr>
              <a:buSzPts val="3200"/>
              <a:buChar char="●"/>
              <a:defRPr sz="3200">
                <a:solidFill>
                  <a:schemeClr val="lt1"/>
                </a:solidFill>
              </a:defRPr>
            </a:lvl7pPr>
            <a:lvl8pPr indent="-431800" lvl="7" marL="3657600" algn="ctr">
              <a:spcBef>
                <a:spcPts val="0"/>
              </a:spcBef>
              <a:spcAft>
                <a:spcPts val="0"/>
              </a:spcAft>
              <a:buClr>
                <a:schemeClr val="lt1"/>
              </a:buClr>
              <a:buSzPts val="3200"/>
              <a:buChar char="○"/>
              <a:defRPr sz="3200">
                <a:solidFill>
                  <a:schemeClr val="lt1"/>
                </a:solidFill>
              </a:defRPr>
            </a:lvl8pPr>
            <a:lvl9pPr indent="-431800" lvl="8" marL="4114800" algn="ctr">
              <a:spcBef>
                <a:spcPts val="0"/>
              </a:spcBef>
              <a:spcAft>
                <a:spcPts val="0"/>
              </a:spcAft>
              <a:buClr>
                <a:schemeClr val="lt1"/>
              </a:buClr>
              <a:buSzPts val="3200"/>
              <a:buChar char="■"/>
              <a:defRPr sz="3200">
                <a:solidFill>
                  <a:schemeClr val="lt1"/>
                </a:solidFill>
              </a:defRPr>
            </a:lvl9pPr>
          </a:lstStyle>
          <a:p/>
        </p:txBody>
      </p:sp>
      <p:sp>
        <p:nvSpPr>
          <p:cNvPr id="195" name="Google Shape;195;p33"/>
          <p:cNvSpPr txBox="1"/>
          <p:nvPr>
            <p:ph type="title"/>
          </p:nvPr>
        </p:nvSpPr>
        <p:spPr>
          <a:xfrm>
            <a:off x="459600" y="1791250"/>
            <a:ext cx="8217000" cy="889800"/>
          </a:xfrm>
          <a:prstGeom prst="rect">
            <a:avLst/>
          </a:prstGeom>
        </p:spPr>
        <p:txBody>
          <a:bodyPr anchorCtr="0" anchor="ctr" bIns="182850" lIns="182850" spcFirstLastPara="1" rIns="182850" wrap="square" tIns="182850">
            <a:noAutofit/>
          </a:bodyPr>
          <a:lstStyle>
            <a:lvl1pPr lvl="0" algn="ctr">
              <a:lnSpc>
                <a:spcPct val="80000"/>
              </a:lnSpc>
              <a:spcBef>
                <a:spcPts val="0"/>
              </a:spcBef>
              <a:spcAft>
                <a:spcPts val="0"/>
              </a:spcAft>
              <a:buSzPts val="4000"/>
              <a:buNone/>
              <a:defRPr sz="4000"/>
            </a:lvl1pPr>
            <a:lvl2pPr lvl="1" algn="ctr">
              <a:lnSpc>
                <a:spcPct val="80000"/>
              </a:lnSpc>
              <a:spcBef>
                <a:spcPts val="0"/>
              </a:spcBef>
              <a:spcAft>
                <a:spcPts val="0"/>
              </a:spcAft>
              <a:buSzPts val="4000"/>
              <a:buNone/>
              <a:defRPr sz="4000"/>
            </a:lvl2pPr>
            <a:lvl3pPr lvl="2" algn="ctr">
              <a:lnSpc>
                <a:spcPct val="80000"/>
              </a:lnSpc>
              <a:spcBef>
                <a:spcPts val="0"/>
              </a:spcBef>
              <a:spcAft>
                <a:spcPts val="0"/>
              </a:spcAft>
              <a:buSzPts val="4000"/>
              <a:buNone/>
              <a:defRPr sz="4000"/>
            </a:lvl3pPr>
            <a:lvl4pPr lvl="3" algn="ctr">
              <a:lnSpc>
                <a:spcPct val="80000"/>
              </a:lnSpc>
              <a:spcBef>
                <a:spcPts val="0"/>
              </a:spcBef>
              <a:spcAft>
                <a:spcPts val="0"/>
              </a:spcAft>
              <a:buSzPts val="4000"/>
              <a:buNone/>
              <a:defRPr sz="4000"/>
            </a:lvl4pPr>
            <a:lvl5pPr lvl="4" algn="ctr">
              <a:lnSpc>
                <a:spcPct val="80000"/>
              </a:lnSpc>
              <a:spcBef>
                <a:spcPts val="0"/>
              </a:spcBef>
              <a:spcAft>
                <a:spcPts val="0"/>
              </a:spcAft>
              <a:buSzPts val="4000"/>
              <a:buNone/>
              <a:defRPr sz="4000"/>
            </a:lvl5pPr>
            <a:lvl6pPr lvl="5" algn="ctr">
              <a:lnSpc>
                <a:spcPct val="80000"/>
              </a:lnSpc>
              <a:spcBef>
                <a:spcPts val="0"/>
              </a:spcBef>
              <a:spcAft>
                <a:spcPts val="0"/>
              </a:spcAft>
              <a:buSzPts val="4000"/>
              <a:buNone/>
              <a:defRPr sz="4000"/>
            </a:lvl6pPr>
            <a:lvl7pPr lvl="6" algn="ctr">
              <a:lnSpc>
                <a:spcPct val="80000"/>
              </a:lnSpc>
              <a:spcBef>
                <a:spcPts val="0"/>
              </a:spcBef>
              <a:spcAft>
                <a:spcPts val="0"/>
              </a:spcAft>
              <a:buSzPts val="4000"/>
              <a:buNone/>
              <a:defRPr sz="4000"/>
            </a:lvl7pPr>
            <a:lvl8pPr lvl="7" algn="ctr">
              <a:lnSpc>
                <a:spcPct val="80000"/>
              </a:lnSpc>
              <a:spcBef>
                <a:spcPts val="0"/>
              </a:spcBef>
              <a:spcAft>
                <a:spcPts val="0"/>
              </a:spcAft>
              <a:buSzPts val="4000"/>
              <a:buNone/>
              <a:defRPr sz="4000"/>
            </a:lvl8pPr>
            <a:lvl9pPr lvl="8" algn="ctr">
              <a:lnSpc>
                <a:spcPct val="80000"/>
              </a:lnSpc>
              <a:spcBef>
                <a:spcPts val="0"/>
              </a:spcBef>
              <a:spcAft>
                <a:spcPts val="0"/>
              </a:spcAft>
              <a:buSzPts val="4000"/>
              <a:buNone/>
              <a:defRPr sz="4000"/>
            </a:lvl9pPr>
          </a:lstStyle>
          <a:p/>
        </p:txBody>
      </p:sp>
      <p:sp>
        <p:nvSpPr>
          <p:cNvPr id="196" name="Google Shape;196;p33"/>
          <p:cNvSpPr txBox="1"/>
          <p:nvPr>
            <p:ph idx="2" type="body"/>
          </p:nvPr>
        </p:nvSpPr>
        <p:spPr>
          <a:xfrm>
            <a:off x="467417" y="4138425"/>
            <a:ext cx="8217000" cy="2660400"/>
          </a:xfrm>
          <a:prstGeom prst="rect">
            <a:avLst/>
          </a:prstGeom>
        </p:spPr>
        <p:txBody>
          <a:bodyPr anchorCtr="0" anchor="ctr" bIns="182850" lIns="182850" spcFirstLastPara="1" rIns="182850" wrap="square" tIns="182850">
            <a:noAutofit/>
          </a:bodyPr>
          <a:lstStyle>
            <a:lvl1pPr indent="-431800" lvl="0" marL="457200" algn="ctr">
              <a:spcBef>
                <a:spcPts val="0"/>
              </a:spcBef>
              <a:spcAft>
                <a:spcPts val="0"/>
              </a:spcAft>
              <a:buSzPts val="3200"/>
              <a:buChar char="●"/>
              <a:defRPr sz="3200"/>
            </a:lvl1pPr>
            <a:lvl2pPr indent="-431800" lvl="1" marL="914400" algn="ctr">
              <a:spcBef>
                <a:spcPts val="0"/>
              </a:spcBef>
              <a:spcAft>
                <a:spcPts val="0"/>
              </a:spcAft>
              <a:buSzPts val="3200"/>
              <a:buChar char="○"/>
              <a:defRPr sz="3200"/>
            </a:lvl2pPr>
            <a:lvl3pPr indent="-431800" lvl="2" marL="1371600" algn="ctr">
              <a:spcBef>
                <a:spcPts val="0"/>
              </a:spcBef>
              <a:spcAft>
                <a:spcPts val="0"/>
              </a:spcAft>
              <a:buSzPts val="3200"/>
              <a:buChar char="■"/>
              <a:defRPr sz="3200"/>
            </a:lvl3pPr>
            <a:lvl4pPr indent="-431800" lvl="3" marL="1828800" algn="ctr">
              <a:spcBef>
                <a:spcPts val="0"/>
              </a:spcBef>
              <a:spcAft>
                <a:spcPts val="0"/>
              </a:spcAft>
              <a:buSzPts val="3200"/>
              <a:buChar char="●"/>
              <a:defRPr sz="3200"/>
            </a:lvl4pPr>
            <a:lvl5pPr indent="-431800" lvl="4" marL="2286000" algn="ctr">
              <a:spcBef>
                <a:spcPts val="0"/>
              </a:spcBef>
              <a:spcAft>
                <a:spcPts val="0"/>
              </a:spcAft>
              <a:buSzPts val="3200"/>
              <a:buChar char="○"/>
              <a:defRPr sz="3200"/>
            </a:lvl5pPr>
            <a:lvl6pPr indent="-431800" lvl="5" marL="2743200" algn="ctr">
              <a:spcBef>
                <a:spcPts val="0"/>
              </a:spcBef>
              <a:spcAft>
                <a:spcPts val="0"/>
              </a:spcAft>
              <a:buSzPts val="3200"/>
              <a:buChar char="■"/>
              <a:defRPr sz="3200"/>
            </a:lvl6pPr>
            <a:lvl7pPr indent="-431800" lvl="6" marL="3200400" algn="ctr">
              <a:spcBef>
                <a:spcPts val="0"/>
              </a:spcBef>
              <a:spcAft>
                <a:spcPts val="0"/>
              </a:spcAft>
              <a:buSzPts val="3200"/>
              <a:buChar char="●"/>
              <a:defRPr sz="3200"/>
            </a:lvl7pPr>
            <a:lvl8pPr indent="-431800" lvl="7" marL="3657600" algn="ctr">
              <a:spcBef>
                <a:spcPts val="0"/>
              </a:spcBef>
              <a:spcAft>
                <a:spcPts val="0"/>
              </a:spcAft>
              <a:buSzPts val="3200"/>
              <a:buChar char="○"/>
              <a:defRPr sz="3200"/>
            </a:lvl8pPr>
            <a:lvl9pPr indent="-431800" lvl="8" marL="4114800" algn="ctr">
              <a:spcBef>
                <a:spcPts val="0"/>
              </a:spcBef>
              <a:spcAft>
                <a:spcPts val="0"/>
              </a:spcAft>
              <a:buSzPts val="3200"/>
              <a:buChar char="■"/>
              <a:defRPr sz="32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
    <p:spTree>
      <p:nvGrpSpPr>
        <p:cNvPr id="197" name="Shape 197"/>
        <p:cNvGrpSpPr/>
        <p:nvPr/>
      </p:nvGrpSpPr>
      <p:grpSpPr>
        <a:xfrm>
          <a:off x="0" y="0"/>
          <a:ext cx="0" cy="0"/>
          <a:chOff x="0" y="0"/>
          <a:chExt cx="0" cy="0"/>
        </a:xfrm>
      </p:grpSpPr>
      <p:sp>
        <p:nvSpPr>
          <p:cNvPr id="198" name="Google Shape;198;p34"/>
          <p:cNvSpPr txBox="1"/>
          <p:nvPr>
            <p:ph type="title"/>
          </p:nvPr>
        </p:nvSpPr>
        <p:spPr>
          <a:xfrm>
            <a:off x="571500" y="3110700"/>
            <a:ext cx="14583000" cy="6844800"/>
          </a:xfrm>
          <a:prstGeom prst="rect">
            <a:avLst/>
          </a:prstGeom>
        </p:spPr>
        <p:txBody>
          <a:bodyPr anchorCtr="0" anchor="t" bIns="182850" lIns="182850" spcFirstLastPara="1" rIns="182850" wrap="square" tIns="182850">
            <a:normAutofit/>
          </a:bodyPr>
          <a:lstStyle>
            <a:lvl1pPr lvl="0">
              <a:lnSpc>
                <a:spcPct val="90000"/>
              </a:lnSpc>
              <a:spcBef>
                <a:spcPts val="0"/>
              </a:spcBef>
              <a:spcAft>
                <a:spcPts val="0"/>
              </a:spcAft>
              <a:buSzPts val="60000"/>
              <a:buNone/>
              <a:defRPr sz="60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99" name="Google Shape;199;p34"/>
          <p:cNvSpPr txBox="1"/>
          <p:nvPr>
            <p:ph idx="1" type="body"/>
          </p:nvPr>
        </p:nvSpPr>
        <p:spPr>
          <a:xfrm>
            <a:off x="14513350" y="3654350"/>
            <a:ext cx="3535200" cy="476400"/>
          </a:xfrm>
          <a:prstGeom prst="rect">
            <a:avLst/>
          </a:prstGeom>
        </p:spPr>
        <p:txBody>
          <a:bodyPr anchorCtr="0" anchor="t" bIns="182850" lIns="182850" spcFirstLastPara="1" rIns="182850" wrap="square" tIns="182850">
            <a:noAutofit/>
          </a:bodyPr>
          <a:lstStyle>
            <a:lvl1pPr indent="-355600" lvl="0" marL="457200">
              <a:spcBef>
                <a:spcPts val="0"/>
              </a:spcBef>
              <a:spcAft>
                <a:spcPts val="0"/>
              </a:spcAft>
              <a:buSzPts val="2000"/>
              <a:buFont typeface="Roboto Mono"/>
              <a:buChar char="●"/>
              <a:defRPr b="1" sz="2000">
                <a:latin typeface="Roboto Mono"/>
                <a:ea typeface="Roboto Mono"/>
                <a:cs typeface="Roboto Mono"/>
                <a:sym typeface="Roboto Mono"/>
              </a:defRPr>
            </a:lvl1pPr>
            <a:lvl2pPr indent="-355600" lvl="1" marL="914400">
              <a:spcBef>
                <a:spcPts val="0"/>
              </a:spcBef>
              <a:spcAft>
                <a:spcPts val="0"/>
              </a:spcAft>
              <a:buSzPts val="2000"/>
              <a:buFont typeface="Roboto Mono"/>
              <a:buChar char="○"/>
              <a:defRPr b="1" sz="2000">
                <a:latin typeface="Roboto Mono"/>
                <a:ea typeface="Roboto Mono"/>
                <a:cs typeface="Roboto Mono"/>
                <a:sym typeface="Roboto Mono"/>
              </a:defRPr>
            </a:lvl2pPr>
            <a:lvl3pPr indent="-355600" lvl="2" marL="1371600">
              <a:spcBef>
                <a:spcPts val="0"/>
              </a:spcBef>
              <a:spcAft>
                <a:spcPts val="0"/>
              </a:spcAft>
              <a:buSzPts val="2000"/>
              <a:buFont typeface="Roboto Mono"/>
              <a:buChar char="■"/>
              <a:defRPr b="1" sz="2000">
                <a:latin typeface="Roboto Mono"/>
                <a:ea typeface="Roboto Mono"/>
                <a:cs typeface="Roboto Mono"/>
                <a:sym typeface="Roboto Mono"/>
              </a:defRPr>
            </a:lvl3pPr>
            <a:lvl4pPr indent="-355600" lvl="3" marL="1828800">
              <a:spcBef>
                <a:spcPts val="0"/>
              </a:spcBef>
              <a:spcAft>
                <a:spcPts val="0"/>
              </a:spcAft>
              <a:buSzPts val="2000"/>
              <a:buFont typeface="Roboto Mono"/>
              <a:buChar char="●"/>
              <a:defRPr b="1" sz="2000">
                <a:latin typeface="Roboto Mono"/>
                <a:ea typeface="Roboto Mono"/>
                <a:cs typeface="Roboto Mono"/>
                <a:sym typeface="Roboto Mono"/>
              </a:defRPr>
            </a:lvl4pPr>
            <a:lvl5pPr indent="-355600" lvl="4" marL="2286000">
              <a:spcBef>
                <a:spcPts val="0"/>
              </a:spcBef>
              <a:spcAft>
                <a:spcPts val="0"/>
              </a:spcAft>
              <a:buSzPts val="2000"/>
              <a:buFont typeface="Roboto Mono"/>
              <a:buChar char="○"/>
              <a:defRPr b="1" sz="2000">
                <a:latin typeface="Roboto Mono"/>
                <a:ea typeface="Roboto Mono"/>
                <a:cs typeface="Roboto Mono"/>
                <a:sym typeface="Roboto Mono"/>
              </a:defRPr>
            </a:lvl5pPr>
            <a:lvl6pPr indent="-355600" lvl="5" marL="2743200">
              <a:spcBef>
                <a:spcPts val="0"/>
              </a:spcBef>
              <a:spcAft>
                <a:spcPts val="0"/>
              </a:spcAft>
              <a:buSzPts val="2000"/>
              <a:buFont typeface="Roboto Mono"/>
              <a:buChar char="■"/>
              <a:defRPr b="1" sz="2000">
                <a:latin typeface="Roboto Mono"/>
                <a:ea typeface="Roboto Mono"/>
                <a:cs typeface="Roboto Mono"/>
                <a:sym typeface="Roboto Mono"/>
              </a:defRPr>
            </a:lvl6pPr>
            <a:lvl7pPr indent="-355600" lvl="6" marL="3200400">
              <a:spcBef>
                <a:spcPts val="0"/>
              </a:spcBef>
              <a:spcAft>
                <a:spcPts val="0"/>
              </a:spcAft>
              <a:buSzPts val="2000"/>
              <a:buFont typeface="Roboto Mono"/>
              <a:buChar char="●"/>
              <a:defRPr b="1" sz="2000">
                <a:latin typeface="Roboto Mono"/>
                <a:ea typeface="Roboto Mono"/>
                <a:cs typeface="Roboto Mono"/>
                <a:sym typeface="Roboto Mono"/>
              </a:defRPr>
            </a:lvl7pPr>
            <a:lvl8pPr indent="-355600" lvl="7" marL="3657600">
              <a:spcBef>
                <a:spcPts val="0"/>
              </a:spcBef>
              <a:spcAft>
                <a:spcPts val="0"/>
              </a:spcAft>
              <a:buSzPts val="2000"/>
              <a:buFont typeface="Roboto Mono"/>
              <a:buChar char="○"/>
              <a:defRPr b="1" sz="2000">
                <a:latin typeface="Roboto Mono"/>
                <a:ea typeface="Roboto Mono"/>
                <a:cs typeface="Roboto Mono"/>
                <a:sym typeface="Roboto Mono"/>
              </a:defRPr>
            </a:lvl8pPr>
            <a:lvl9pPr indent="-355600" lvl="8" marL="4114800">
              <a:spcBef>
                <a:spcPts val="0"/>
              </a:spcBef>
              <a:spcAft>
                <a:spcPts val="0"/>
              </a:spcAft>
              <a:buSzPts val="2000"/>
              <a:buFont typeface="Roboto Mono"/>
              <a:buChar char="■"/>
              <a:defRPr b="1" sz="2000">
                <a:latin typeface="Roboto Mono"/>
                <a:ea typeface="Roboto Mono"/>
                <a:cs typeface="Roboto Mono"/>
                <a:sym typeface="Roboto Mono"/>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bg>
      <p:bgPr>
        <a:solidFill>
          <a:schemeClr val="dk1"/>
        </a:solidFill>
      </p:bgPr>
    </p:bg>
    <p:spTree>
      <p:nvGrpSpPr>
        <p:cNvPr id="200" name="Shape 200"/>
        <p:cNvGrpSpPr/>
        <p:nvPr/>
      </p:nvGrpSpPr>
      <p:grpSpPr>
        <a:xfrm>
          <a:off x="0" y="0"/>
          <a:ext cx="0" cy="0"/>
          <a:chOff x="0" y="0"/>
          <a:chExt cx="0" cy="0"/>
        </a:xfrm>
      </p:grpSpPr>
      <p:sp>
        <p:nvSpPr>
          <p:cNvPr id="201" name="Google Shape;201;p35"/>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Clr>
                <a:schemeClr val="lt1"/>
              </a:buClr>
              <a:buSzPts val="1200"/>
              <a:buNone/>
              <a:defRPr b="0" sz="12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202" name="Google Shape;202;p35"/>
          <p:cNvSpPr txBox="1"/>
          <p:nvPr>
            <p:ph idx="2"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Clr>
                <a:schemeClr val="lt1"/>
              </a:buClr>
              <a:buSzPts val="1200"/>
              <a:buNone/>
              <a:defRPr b="0" sz="1200">
                <a:solidFill>
                  <a:schemeClr val="lt1"/>
                </a:solidFill>
              </a:defRPr>
            </a:lvl1pPr>
            <a:lvl2pPr lvl="1" algn="r">
              <a:spcBef>
                <a:spcPts val="0"/>
              </a:spcBef>
              <a:spcAft>
                <a:spcPts val="0"/>
              </a:spcAft>
              <a:buClr>
                <a:schemeClr val="lt1"/>
              </a:buClr>
              <a:buSzPts val="5600"/>
              <a:buNone/>
              <a:defRPr>
                <a:solidFill>
                  <a:schemeClr val="lt1"/>
                </a:solidFill>
              </a:defRPr>
            </a:lvl2pPr>
            <a:lvl3pPr lvl="2" algn="r">
              <a:spcBef>
                <a:spcPts val="0"/>
              </a:spcBef>
              <a:spcAft>
                <a:spcPts val="0"/>
              </a:spcAft>
              <a:buClr>
                <a:schemeClr val="lt1"/>
              </a:buClr>
              <a:buSzPts val="5600"/>
              <a:buNone/>
              <a:defRPr>
                <a:solidFill>
                  <a:schemeClr val="lt1"/>
                </a:solidFill>
              </a:defRPr>
            </a:lvl3pPr>
            <a:lvl4pPr lvl="3" algn="r">
              <a:spcBef>
                <a:spcPts val="0"/>
              </a:spcBef>
              <a:spcAft>
                <a:spcPts val="0"/>
              </a:spcAft>
              <a:buClr>
                <a:schemeClr val="lt1"/>
              </a:buClr>
              <a:buSzPts val="5600"/>
              <a:buNone/>
              <a:defRPr>
                <a:solidFill>
                  <a:schemeClr val="lt1"/>
                </a:solidFill>
              </a:defRPr>
            </a:lvl4pPr>
            <a:lvl5pPr lvl="4" algn="r">
              <a:spcBef>
                <a:spcPts val="0"/>
              </a:spcBef>
              <a:spcAft>
                <a:spcPts val="0"/>
              </a:spcAft>
              <a:buClr>
                <a:schemeClr val="lt1"/>
              </a:buClr>
              <a:buSzPts val="5600"/>
              <a:buNone/>
              <a:defRPr>
                <a:solidFill>
                  <a:schemeClr val="lt1"/>
                </a:solidFill>
              </a:defRPr>
            </a:lvl5pPr>
            <a:lvl6pPr lvl="5" algn="r">
              <a:spcBef>
                <a:spcPts val="0"/>
              </a:spcBef>
              <a:spcAft>
                <a:spcPts val="0"/>
              </a:spcAft>
              <a:buClr>
                <a:schemeClr val="lt1"/>
              </a:buClr>
              <a:buSzPts val="5600"/>
              <a:buNone/>
              <a:defRPr>
                <a:solidFill>
                  <a:schemeClr val="lt1"/>
                </a:solidFill>
              </a:defRPr>
            </a:lvl6pPr>
            <a:lvl7pPr lvl="6" algn="r">
              <a:spcBef>
                <a:spcPts val="0"/>
              </a:spcBef>
              <a:spcAft>
                <a:spcPts val="0"/>
              </a:spcAft>
              <a:buClr>
                <a:schemeClr val="lt1"/>
              </a:buClr>
              <a:buSzPts val="5600"/>
              <a:buNone/>
              <a:defRPr>
                <a:solidFill>
                  <a:schemeClr val="lt1"/>
                </a:solidFill>
              </a:defRPr>
            </a:lvl7pPr>
            <a:lvl8pPr lvl="7" algn="r">
              <a:spcBef>
                <a:spcPts val="0"/>
              </a:spcBef>
              <a:spcAft>
                <a:spcPts val="0"/>
              </a:spcAft>
              <a:buClr>
                <a:schemeClr val="lt1"/>
              </a:buClr>
              <a:buSzPts val="5600"/>
              <a:buNone/>
              <a:defRPr>
                <a:solidFill>
                  <a:schemeClr val="lt1"/>
                </a:solidFill>
              </a:defRPr>
            </a:lvl8pPr>
            <a:lvl9pPr lvl="8" algn="r">
              <a:spcBef>
                <a:spcPts val="0"/>
              </a:spcBef>
              <a:spcAft>
                <a:spcPts val="0"/>
              </a:spcAft>
              <a:buClr>
                <a:schemeClr val="lt1"/>
              </a:buClr>
              <a:buSzPts val="5600"/>
              <a:buNone/>
              <a:defRPr>
                <a:solidFill>
                  <a:schemeClr val="lt1"/>
                </a:solidFill>
              </a:defRPr>
            </a:lvl9pPr>
          </a:lstStyle>
          <a:p/>
        </p:txBody>
      </p:sp>
      <p:sp>
        <p:nvSpPr>
          <p:cNvPr id="203" name="Google Shape;203;p35"/>
          <p:cNvSpPr txBox="1"/>
          <p:nvPr>
            <p:ph idx="1" type="body"/>
          </p:nvPr>
        </p:nvSpPr>
        <p:spPr>
          <a:xfrm>
            <a:off x="453050" y="3700052"/>
            <a:ext cx="17346000" cy="3862200"/>
          </a:xfrm>
          <a:prstGeom prst="rect">
            <a:avLst/>
          </a:prstGeom>
        </p:spPr>
        <p:txBody>
          <a:bodyPr anchorCtr="0" anchor="t" bIns="182850" lIns="182850" spcFirstLastPara="1" rIns="182850" wrap="square" tIns="182850">
            <a:noAutofit/>
          </a:bodyPr>
          <a:lstStyle>
            <a:lvl1pPr indent="-596900" lvl="0" marL="4572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1pPr>
            <a:lvl2pPr indent="-596900" lvl="1" marL="9144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2pPr>
            <a:lvl3pPr indent="-596900" lvl="2" marL="13716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3pPr>
            <a:lvl4pPr indent="-596900" lvl="3" marL="18288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4pPr>
            <a:lvl5pPr indent="-596900" lvl="4" marL="22860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5pPr>
            <a:lvl6pPr indent="-596900" lvl="5" marL="27432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6pPr>
            <a:lvl7pPr indent="-596900" lvl="6" marL="32004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7pPr>
            <a:lvl8pPr indent="-596900" lvl="7" marL="36576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8pPr>
            <a:lvl9pPr indent="-596900" lvl="8" marL="4114800">
              <a:lnSpc>
                <a:spcPct val="90000"/>
              </a:lnSpc>
              <a:spcBef>
                <a:spcPts val="0"/>
              </a:spcBef>
              <a:spcAft>
                <a:spcPts val="0"/>
              </a:spcAft>
              <a:buClr>
                <a:schemeClr val="lt1"/>
              </a:buClr>
              <a:buSzPts val="5800"/>
              <a:buFont typeface="Inter Medium"/>
              <a:buChar char="■"/>
              <a:defRPr sz="5800">
                <a:solidFill>
                  <a:schemeClr val="lt1"/>
                </a:solidFill>
                <a:latin typeface="Inter Medium"/>
                <a:ea typeface="Inter Medium"/>
                <a:cs typeface="Inter Medium"/>
                <a:sym typeface="Inter Medium"/>
              </a:defRPr>
            </a:lvl9pPr>
          </a:lstStyle>
          <a:p/>
        </p:txBody>
      </p:sp>
      <p:sp>
        <p:nvSpPr>
          <p:cNvPr id="204" name="Google Shape;204;p35"/>
          <p:cNvSpPr txBox="1"/>
          <p:nvPr/>
        </p:nvSpPr>
        <p:spPr>
          <a:xfrm>
            <a:off x="96500" y="964559"/>
            <a:ext cx="3294600" cy="16020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b="1" lang="en" sz="40000">
                <a:solidFill>
                  <a:schemeClr val="lt1"/>
                </a:solidFill>
                <a:latin typeface="Inter"/>
                <a:ea typeface="Inter"/>
                <a:cs typeface="Inter"/>
                <a:sym typeface="Inter"/>
              </a:rPr>
              <a:t>“</a:t>
            </a:r>
            <a:endParaRPr b="1" sz="40000">
              <a:solidFill>
                <a:schemeClr val="lt1"/>
              </a:solidFill>
              <a:latin typeface="Inter"/>
              <a:ea typeface="Inter"/>
              <a:cs typeface="Inter"/>
              <a:sym typeface="Inte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p:cSld name="CUSTOM_1_1">
    <p:bg>
      <p:bgPr>
        <a:solidFill>
          <a:schemeClr val="dk1"/>
        </a:solidFill>
      </p:bgPr>
    </p:bg>
    <p:spTree>
      <p:nvGrpSpPr>
        <p:cNvPr id="205" name="Shape 205"/>
        <p:cNvGrpSpPr/>
        <p:nvPr/>
      </p:nvGrpSpPr>
      <p:grpSpPr>
        <a:xfrm>
          <a:off x="0" y="0"/>
          <a:ext cx="0" cy="0"/>
          <a:chOff x="0" y="0"/>
          <a:chExt cx="0" cy="0"/>
        </a:xfrm>
      </p:grpSpPr>
      <p:sp>
        <p:nvSpPr>
          <p:cNvPr id="206" name="Google Shape;206;p36"/>
          <p:cNvSpPr/>
          <p:nvPr>
            <p:ph idx="2" type="pic"/>
          </p:nvPr>
        </p:nvSpPr>
        <p:spPr>
          <a:xfrm>
            <a:off x="676200" y="960900"/>
            <a:ext cx="7570800" cy="8877600"/>
          </a:xfrm>
          <a:prstGeom prst="rect">
            <a:avLst/>
          </a:prstGeom>
          <a:noFill/>
          <a:ln cap="flat" cmpd="sng" w="9525">
            <a:solidFill>
              <a:schemeClr val="lt1"/>
            </a:solidFill>
            <a:prstDash val="solid"/>
            <a:round/>
            <a:headEnd len="sm" w="sm" type="none"/>
            <a:tailEnd len="sm" w="sm" type="none"/>
          </a:ln>
        </p:spPr>
      </p:sp>
      <p:sp>
        <p:nvSpPr>
          <p:cNvPr id="207" name="Google Shape;207;p36"/>
          <p:cNvSpPr txBox="1"/>
          <p:nvPr>
            <p:ph idx="1" type="body"/>
          </p:nvPr>
        </p:nvSpPr>
        <p:spPr>
          <a:xfrm>
            <a:off x="8710450" y="6759450"/>
            <a:ext cx="9025800" cy="3114000"/>
          </a:xfrm>
          <a:prstGeom prst="rect">
            <a:avLst/>
          </a:prstGeom>
        </p:spPr>
        <p:txBody>
          <a:bodyPr anchorCtr="0" anchor="b" bIns="182850" lIns="182850" spcFirstLastPara="1" rIns="182850" wrap="square" tIns="182850">
            <a:noAutofit/>
          </a:bodyPr>
          <a:lstStyle>
            <a:lvl1pPr indent="-482600" lvl="0" marL="457200">
              <a:lnSpc>
                <a:spcPct val="90000"/>
              </a:lnSpc>
              <a:spcBef>
                <a:spcPts val="0"/>
              </a:spcBef>
              <a:spcAft>
                <a:spcPts val="0"/>
              </a:spcAft>
              <a:buClr>
                <a:schemeClr val="lt1"/>
              </a:buClr>
              <a:buSzPts val="4000"/>
              <a:buChar char="●"/>
              <a:defRPr sz="4000">
                <a:solidFill>
                  <a:schemeClr val="lt1"/>
                </a:solidFill>
              </a:defRPr>
            </a:lvl1pPr>
            <a:lvl2pPr indent="-482600" lvl="1" marL="914400">
              <a:lnSpc>
                <a:spcPct val="90000"/>
              </a:lnSpc>
              <a:spcBef>
                <a:spcPts val="0"/>
              </a:spcBef>
              <a:spcAft>
                <a:spcPts val="0"/>
              </a:spcAft>
              <a:buClr>
                <a:schemeClr val="lt1"/>
              </a:buClr>
              <a:buSzPts val="4000"/>
              <a:buChar char="○"/>
              <a:defRPr sz="4000">
                <a:solidFill>
                  <a:schemeClr val="lt1"/>
                </a:solidFill>
              </a:defRPr>
            </a:lvl2pPr>
            <a:lvl3pPr indent="-482600" lvl="2" marL="1371600">
              <a:lnSpc>
                <a:spcPct val="90000"/>
              </a:lnSpc>
              <a:spcBef>
                <a:spcPts val="0"/>
              </a:spcBef>
              <a:spcAft>
                <a:spcPts val="0"/>
              </a:spcAft>
              <a:buClr>
                <a:schemeClr val="lt1"/>
              </a:buClr>
              <a:buSzPts val="4000"/>
              <a:buChar char="■"/>
              <a:defRPr sz="4000">
                <a:solidFill>
                  <a:schemeClr val="lt1"/>
                </a:solidFill>
              </a:defRPr>
            </a:lvl3pPr>
            <a:lvl4pPr indent="-482600" lvl="3" marL="1828800">
              <a:lnSpc>
                <a:spcPct val="90000"/>
              </a:lnSpc>
              <a:spcBef>
                <a:spcPts val="0"/>
              </a:spcBef>
              <a:spcAft>
                <a:spcPts val="0"/>
              </a:spcAft>
              <a:buClr>
                <a:schemeClr val="lt1"/>
              </a:buClr>
              <a:buSzPts val="4000"/>
              <a:buChar char="●"/>
              <a:defRPr sz="4000">
                <a:solidFill>
                  <a:schemeClr val="lt1"/>
                </a:solidFill>
              </a:defRPr>
            </a:lvl4pPr>
            <a:lvl5pPr indent="-482600" lvl="4" marL="2286000">
              <a:lnSpc>
                <a:spcPct val="90000"/>
              </a:lnSpc>
              <a:spcBef>
                <a:spcPts val="0"/>
              </a:spcBef>
              <a:spcAft>
                <a:spcPts val="0"/>
              </a:spcAft>
              <a:buClr>
                <a:schemeClr val="lt1"/>
              </a:buClr>
              <a:buSzPts val="4000"/>
              <a:buChar char="○"/>
              <a:defRPr sz="4000">
                <a:solidFill>
                  <a:schemeClr val="lt1"/>
                </a:solidFill>
              </a:defRPr>
            </a:lvl5pPr>
            <a:lvl6pPr indent="-482600" lvl="5" marL="2743200">
              <a:lnSpc>
                <a:spcPct val="90000"/>
              </a:lnSpc>
              <a:spcBef>
                <a:spcPts val="0"/>
              </a:spcBef>
              <a:spcAft>
                <a:spcPts val="0"/>
              </a:spcAft>
              <a:buClr>
                <a:schemeClr val="lt1"/>
              </a:buClr>
              <a:buSzPts val="4000"/>
              <a:buChar char="■"/>
              <a:defRPr sz="4000">
                <a:solidFill>
                  <a:schemeClr val="lt1"/>
                </a:solidFill>
              </a:defRPr>
            </a:lvl6pPr>
            <a:lvl7pPr indent="-482600" lvl="6" marL="3200400">
              <a:lnSpc>
                <a:spcPct val="90000"/>
              </a:lnSpc>
              <a:spcBef>
                <a:spcPts val="0"/>
              </a:spcBef>
              <a:spcAft>
                <a:spcPts val="0"/>
              </a:spcAft>
              <a:buClr>
                <a:schemeClr val="lt1"/>
              </a:buClr>
              <a:buSzPts val="4000"/>
              <a:buChar char="●"/>
              <a:defRPr sz="4000">
                <a:solidFill>
                  <a:schemeClr val="lt1"/>
                </a:solidFill>
              </a:defRPr>
            </a:lvl7pPr>
            <a:lvl8pPr indent="-482600" lvl="7" marL="3657600">
              <a:lnSpc>
                <a:spcPct val="90000"/>
              </a:lnSpc>
              <a:spcBef>
                <a:spcPts val="0"/>
              </a:spcBef>
              <a:spcAft>
                <a:spcPts val="0"/>
              </a:spcAft>
              <a:buClr>
                <a:schemeClr val="lt1"/>
              </a:buClr>
              <a:buSzPts val="4000"/>
              <a:buChar char="○"/>
              <a:defRPr sz="4000">
                <a:solidFill>
                  <a:schemeClr val="lt1"/>
                </a:solidFill>
              </a:defRPr>
            </a:lvl8pPr>
            <a:lvl9pPr indent="-482600" lvl="8" marL="4114800">
              <a:lnSpc>
                <a:spcPct val="90000"/>
              </a:lnSpc>
              <a:spcBef>
                <a:spcPts val="0"/>
              </a:spcBef>
              <a:spcAft>
                <a:spcPts val="0"/>
              </a:spcAft>
              <a:buClr>
                <a:schemeClr val="lt1"/>
              </a:buClr>
              <a:buSzPts val="4000"/>
              <a:buChar char="■"/>
              <a:defRPr sz="4000">
                <a:solidFill>
                  <a:schemeClr val="lt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nd image">
  <p:cSld name="CUSTOM_2">
    <p:spTree>
      <p:nvGrpSpPr>
        <p:cNvPr id="208" name="Shape 208"/>
        <p:cNvGrpSpPr/>
        <p:nvPr/>
      </p:nvGrpSpPr>
      <p:grpSpPr>
        <a:xfrm>
          <a:off x="0" y="0"/>
          <a:ext cx="0" cy="0"/>
          <a:chOff x="0" y="0"/>
          <a:chExt cx="0" cy="0"/>
        </a:xfrm>
      </p:grpSpPr>
      <p:sp>
        <p:nvSpPr>
          <p:cNvPr id="209" name="Google Shape;209;p37"/>
          <p:cNvSpPr/>
          <p:nvPr>
            <p:ph idx="2" type="pic"/>
          </p:nvPr>
        </p:nvSpPr>
        <p:spPr>
          <a:xfrm>
            <a:off x="453000" y="4715500"/>
            <a:ext cx="17382000" cy="5118600"/>
          </a:xfrm>
          <a:prstGeom prst="rect">
            <a:avLst/>
          </a:prstGeom>
          <a:noFill/>
          <a:ln cap="flat" cmpd="sng" w="9525">
            <a:solidFill>
              <a:schemeClr val="dk1"/>
            </a:solidFill>
            <a:prstDash val="solid"/>
            <a:round/>
            <a:headEnd len="sm" w="sm" type="none"/>
            <a:tailEnd len="sm" w="sm" type="none"/>
          </a:ln>
        </p:spPr>
      </p:sp>
      <p:sp>
        <p:nvSpPr>
          <p:cNvPr id="210" name="Google Shape;210;p37"/>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11" name="Google Shape;211;p37"/>
          <p:cNvSpPr txBox="1"/>
          <p:nvPr>
            <p:ph idx="3"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SzPts val="1200"/>
              <a:buNone/>
              <a:defRPr b="0" sz="1200"/>
            </a:lvl1pPr>
            <a:lvl2pPr lvl="1" algn="r">
              <a:spcBef>
                <a:spcPts val="0"/>
              </a:spcBef>
              <a:spcAft>
                <a:spcPts val="0"/>
              </a:spcAft>
              <a:buSzPts val="5600"/>
              <a:buNone/>
              <a:defRPr/>
            </a:lvl2pPr>
            <a:lvl3pPr lvl="2" algn="r">
              <a:spcBef>
                <a:spcPts val="0"/>
              </a:spcBef>
              <a:spcAft>
                <a:spcPts val="0"/>
              </a:spcAft>
              <a:buSzPts val="5600"/>
              <a:buNone/>
              <a:defRPr/>
            </a:lvl3pPr>
            <a:lvl4pPr lvl="3" algn="r">
              <a:spcBef>
                <a:spcPts val="0"/>
              </a:spcBef>
              <a:spcAft>
                <a:spcPts val="0"/>
              </a:spcAft>
              <a:buSzPts val="5600"/>
              <a:buNone/>
              <a:defRPr/>
            </a:lvl4pPr>
            <a:lvl5pPr lvl="4" algn="r">
              <a:spcBef>
                <a:spcPts val="0"/>
              </a:spcBef>
              <a:spcAft>
                <a:spcPts val="0"/>
              </a:spcAft>
              <a:buSzPts val="5600"/>
              <a:buNone/>
              <a:defRPr/>
            </a:lvl5pPr>
            <a:lvl6pPr lvl="5" algn="r">
              <a:spcBef>
                <a:spcPts val="0"/>
              </a:spcBef>
              <a:spcAft>
                <a:spcPts val="0"/>
              </a:spcAft>
              <a:buSzPts val="5600"/>
              <a:buNone/>
              <a:defRPr/>
            </a:lvl6pPr>
            <a:lvl7pPr lvl="6" algn="r">
              <a:spcBef>
                <a:spcPts val="0"/>
              </a:spcBef>
              <a:spcAft>
                <a:spcPts val="0"/>
              </a:spcAft>
              <a:buSzPts val="5600"/>
              <a:buNone/>
              <a:defRPr/>
            </a:lvl7pPr>
            <a:lvl8pPr lvl="7" algn="r">
              <a:spcBef>
                <a:spcPts val="0"/>
              </a:spcBef>
              <a:spcAft>
                <a:spcPts val="0"/>
              </a:spcAft>
              <a:buSzPts val="5600"/>
              <a:buNone/>
              <a:defRPr/>
            </a:lvl8pPr>
            <a:lvl9pPr lvl="8" algn="r">
              <a:spcBef>
                <a:spcPts val="0"/>
              </a:spcBef>
              <a:spcAft>
                <a:spcPts val="0"/>
              </a:spcAft>
              <a:buSzPts val="5600"/>
              <a:buNone/>
              <a:defRPr/>
            </a:lvl9pPr>
          </a:lstStyle>
          <a:p/>
        </p:txBody>
      </p:sp>
      <p:sp>
        <p:nvSpPr>
          <p:cNvPr id="212" name="Google Shape;212;p37"/>
          <p:cNvSpPr txBox="1"/>
          <p:nvPr>
            <p:ph idx="1" type="subTitle"/>
          </p:nvPr>
        </p:nvSpPr>
        <p:spPr>
          <a:xfrm>
            <a:off x="453050" y="1400450"/>
            <a:ext cx="4315800" cy="3151800"/>
          </a:xfrm>
          <a:prstGeom prst="rect">
            <a:avLst/>
          </a:prstGeom>
        </p:spPr>
        <p:txBody>
          <a:bodyPr anchorCtr="0" anchor="ctr" bIns="182850" lIns="182850" spcFirstLastPara="1" rIns="182850" wrap="square" tIns="182850">
            <a:noAutofit/>
          </a:bodyPr>
          <a:lstStyle>
            <a:lvl1pPr lvl="0">
              <a:lnSpc>
                <a:spcPct val="90000"/>
              </a:lnSpc>
              <a:spcBef>
                <a:spcPts val="0"/>
              </a:spcBef>
              <a:spcAft>
                <a:spcPts val="0"/>
              </a:spcAft>
              <a:buSzPts val="22400"/>
              <a:buNone/>
              <a:defRPr b="1" sz="22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3" name="Google Shape;213;p37"/>
          <p:cNvSpPr txBox="1"/>
          <p:nvPr>
            <p:ph idx="4" type="body"/>
          </p:nvPr>
        </p:nvSpPr>
        <p:spPr>
          <a:xfrm>
            <a:off x="4985850" y="1400566"/>
            <a:ext cx="12849000" cy="3151800"/>
          </a:xfrm>
          <a:prstGeom prst="rect">
            <a:avLst/>
          </a:prstGeom>
        </p:spPr>
        <p:txBody>
          <a:bodyPr anchorCtr="0" anchor="ctr" bIns="182850" lIns="182850" spcFirstLastPara="1" rIns="182850" wrap="square" tIns="182850">
            <a:noAutofit/>
          </a:bodyPr>
          <a:lstStyle>
            <a:lvl1pPr indent="-482600" lvl="0" marL="4572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1pPr>
            <a:lvl2pPr indent="-482600" lvl="1" marL="9144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2pPr>
            <a:lvl3pPr indent="-482600" lvl="2" marL="13716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3pPr>
            <a:lvl4pPr indent="-482600" lvl="3" marL="18288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4pPr>
            <a:lvl5pPr indent="-482600" lvl="4" marL="22860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5pPr>
            <a:lvl6pPr indent="-482600" lvl="5" marL="27432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6pPr>
            <a:lvl7pPr indent="-482600" lvl="6" marL="32004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7pPr>
            <a:lvl8pPr indent="-482600" lvl="7" marL="36576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8pPr>
            <a:lvl9pPr indent="-482600" lvl="8" marL="4114800">
              <a:lnSpc>
                <a:spcPct val="90000"/>
              </a:lnSpc>
              <a:spcBef>
                <a:spcPts val="0"/>
              </a:spcBef>
              <a:spcAft>
                <a:spcPts val="0"/>
              </a:spcAft>
              <a:buSzPts val="4000"/>
              <a:buFont typeface="Inter Medium"/>
              <a:buChar char="■"/>
              <a:defRPr sz="4000">
                <a:latin typeface="Inter Medium"/>
                <a:ea typeface="Inter Medium"/>
                <a:cs typeface="Inter Medium"/>
                <a:sym typeface="Inter Medium"/>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2_1">
    <p:spTree>
      <p:nvGrpSpPr>
        <p:cNvPr id="214" name="Shape 214"/>
        <p:cNvGrpSpPr/>
        <p:nvPr/>
      </p:nvGrpSpPr>
      <p:grpSpPr>
        <a:xfrm>
          <a:off x="0" y="0"/>
          <a:ext cx="0" cy="0"/>
          <a:chOff x="0" y="0"/>
          <a:chExt cx="0" cy="0"/>
        </a:xfrm>
      </p:grpSpPr>
      <p:sp>
        <p:nvSpPr>
          <p:cNvPr id="215" name="Google Shape;215;p38"/>
          <p:cNvSpPr txBox="1"/>
          <p:nvPr>
            <p:ph type="title"/>
          </p:nvPr>
        </p:nvSpPr>
        <p:spPr>
          <a:xfrm>
            <a:off x="453050" y="1261250"/>
            <a:ext cx="13620600" cy="4177800"/>
          </a:xfrm>
          <a:prstGeom prst="rect">
            <a:avLst/>
          </a:prstGeom>
        </p:spPr>
        <p:txBody>
          <a:bodyPr anchorCtr="0" anchor="t" bIns="182850" lIns="182850" spcFirstLastPara="1" rIns="182850" wrap="square" tIns="182850">
            <a:noAutofit/>
          </a:bodyPr>
          <a:lstStyle>
            <a:lvl1pPr lvl="0">
              <a:lnSpc>
                <a:spcPct val="80000"/>
              </a:lnSpc>
              <a:spcBef>
                <a:spcPts val="0"/>
              </a:spcBef>
              <a:spcAft>
                <a:spcPts val="0"/>
              </a:spcAft>
              <a:buSzPts val="14600"/>
              <a:buNone/>
              <a:defRPr sz="14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16" name="Google Shape;216;p38"/>
          <p:cNvSpPr txBox="1"/>
          <p:nvPr>
            <p:ph idx="1" type="subTitle"/>
          </p:nvPr>
        </p:nvSpPr>
        <p:spPr>
          <a:xfrm>
            <a:off x="453050" y="7628250"/>
            <a:ext cx="5998200" cy="2245200"/>
          </a:xfrm>
          <a:prstGeom prst="rect">
            <a:avLst/>
          </a:prstGeom>
        </p:spPr>
        <p:txBody>
          <a:bodyPr anchorCtr="0" anchor="b" bIns="182850" lIns="182850" spcFirstLastPara="1" rIns="182850" wrap="square" tIns="182850">
            <a:normAutofit/>
          </a:bodyPr>
          <a:lstStyle>
            <a:lvl1pPr lvl="0">
              <a:spcBef>
                <a:spcPts val="0"/>
              </a:spcBef>
              <a:spcAft>
                <a:spcPts val="0"/>
              </a:spcAft>
              <a:buSzPts val="40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2_1_2">
    <p:spTree>
      <p:nvGrpSpPr>
        <p:cNvPr id="217" name="Shape 217"/>
        <p:cNvGrpSpPr/>
        <p:nvPr/>
      </p:nvGrpSpPr>
      <p:grpSpPr>
        <a:xfrm>
          <a:off x="0" y="0"/>
          <a:ext cx="0" cy="0"/>
          <a:chOff x="0" y="0"/>
          <a:chExt cx="0" cy="0"/>
        </a:xfrm>
      </p:grpSpPr>
      <p:sp>
        <p:nvSpPr>
          <p:cNvPr id="218" name="Google Shape;218;p39"/>
          <p:cNvSpPr txBox="1"/>
          <p:nvPr>
            <p:ph idx="1" type="subTitle"/>
          </p:nvPr>
        </p:nvSpPr>
        <p:spPr>
          <a:xfrm>
            <a:off x="453065" y="6918550"/>
            <a:ext cx="5211000" cy="1399800"/>
          </a:xfrm>
          <a:prstGeom prst="rect">
            <a:avLst/>
          </a:prstGeom>
        </p:spPr>
        <p:txBody>
          <a:bodyPr anchorCtr="0" anchor="b" bIns="182850" lIns="182850" spcFirstLastPara="1" rIns="182850" wrap="square" tIns="18285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19" name="Google Shape;219;p39"/>
          <p:cNvSpPr txBox="1"/>
          <p:nvPr>
            <p:ph idx="2" type="subTitle"/>
          </p:nvPr>
        </p:nvSpPr>
        <p:spPr>
          <a:xfrm>
            <a:off x="6182900" y="6918550"/>
            <a:ext cx="5211000" cy="1399800"/>
          </a:xfrm>
          <a:prstGeom prst="rect">
            <a:avLst/>
          </a:prstGeom>
        </p:spPr>
        <p:txBody>
          <a:bodyPr anchorCtr="0" anchor="b" bIns="182850" lIns="182850" spcFirstLastPara="1" rIns="182850" wrap="square" tIns="18285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20" name="Google Shape;220;p39"/>
          <p:cNvSpPr txBox="1"/>
          <p:nvPr>
            <p:ph idx="3" type="subTitle"/>
          </p:nvPr>
        </p:nvSpPr>
        <p:spPr>
          <a:xfrm>
            <a:off x="11912735" y="6918550"/>
            <a:ext cx="5211000" cy="1399800"/>
          </a:xfrm>
          <a:prstGeom prst="rect">
            <a:avLst/>
          </a:prstGeom>
        </p:spPr>
        <p:txBody>
          <a:bodyPr anchorCtr="0" anchor="b" bIns="182850" lIns="182850" spcFirstLastPara="1" rIns="182850" wrap="square" tIns="18285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21" name="Google Shape;221;p39"/>
          <p:cNvSpPr txBox="1"/>
          <p:nvPr>
            <p:ph idx="4" type="subTitle"/>
          </p:nvPr>
        </p:nvSpPr>
        <p:spPr>
          <a:xfrm>
            <a:off x="453065" y="8473650"/>
            <a:ext cx="5211000" cy="1399800"/>
          </a:xfrm>
          <a:prstGeom prst="rect">
            <a:avLst/>
          </a:prstGeom>
        </p:spPr>
        <p:txBody>
          <a:bodyPr anchorCtr="0" anchor="b" bIns="182850" lIns="182850" spcFirstLastPara="1" rIns="182850" wrap="square" tIns="18285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22" name="Google Shape;222;p39"/>
          <p:cNvSpPr txBox="1"/>
          <p:nvPr>
            <p:ph idx="5" type="subTitle"/>
          </p:nvPr>
        </p:nvSpPr>
        <p:spPr>
          <a:xfrm>
            <a:off x="6182900" y="8473650"/>
            <a:ext cx="5211000" cy="1399800"/>
          </a:xfrm>
          <a:prstGeom prst="rect">
            <a:avLst/>
          </a:prstGeom>
        </p:spPr>
        <p:txBody>
          <a:bodyPr anchorCtr="0" anchor="b" bIns="182850" lIns="182850" spcFirstLastPara="1" rIns="182850" wrap="square" tIns="18285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23" name="Google Shape;223;p39"/>
          <p:cNvSpPr txBox="1"/>
          <p:nvPr>
            <p:ph idx="6" type="subTitle"/>
          </p:nvPr>
        </p:nvSpPr>
        <p:spPr>
          <a:xfrm>
            <a:off x="11912735" y="8473650"/>
            <a:ext cx="5211000" cy="1399800"/>
          </a:xfrm>
          <a:prstGeom prst="rect">
            <a:avLst/>
          </a:prstGeom>
        </p:spPr>
        <p:txBody>
          <a:bodyPr anchorCtr="0" anchor="b" bIns="182850" lIns="182850" spcFirstLastPara="1" rIns="182850" wrap="square" tIns="18285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24" name="Google Shape;224;p39"/>
          <p:cNvSpPr txBox="1"/>
          <p:nvPr>
            <p:ph type="title"/>
          </p:nvPr>
        </p:nvSpPr>
        <p:spPr>
          <a:xfrm>
            <a:off x="453050" y="1261250"/>
            <a:ext cx="13620600" cy="4177800"/>
          </a:xfrm>
          <a:prstGeom prst="rect">
            <a:avLst/>
          </a:prstGeom>
        </p:spPr>
        <p:txBody>
          <a:bodyPr anchorCtr="0" anchor="t" bIns="182850" lIns="182850" spcFirstLastPara="1" rIns="182850" wrap="square" tIns="182850">
            <a:noAutofit/>
          </a:bodyPr>
          <a:lstStyle>
            <a:lvl1pPr lvl="0">
              <a:lnSpc>
                <a:spcPct val="80000"/>
              </a:lnSpc>
              <a:spcBef>
                <a:spcPts val="0"/>
              </a:spcBef>
              <a:spcAft>
                <a:spcPts val="0"/>
              </a:spcAft>
              <a:buSzPts val="14600"/>
              <a:buNone/>
              <a:defRPr sz="14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2_1_1">
    <p:bg>
      <p:bgPr>
        <a:solidFill>
          <a:schemeClr val="dk1"/>
        </a:solidFill>
      </p:bgPr>
    </p:bg>
    <p:spTree>
      <p:nvGrpSpPr>
        <p:cNvPr id="225" name="Shape 225"/>
        <p:cNvGrpSpPr/>
        <p:nvPr/>
      </p:nvGrpSpPr>
      <p:grpSpPr>
        <a:xfrm>
          <a:off x="0" y="0"/>
          <a:ext cx="0" cy="0"/>
          <a:chOff x="0" y="0"/>
          <a:chExt cx="0" cy="0"/>
        </a:xfrm>
      </p:grpSpPr>
      <p:sp>
        <p:nvSpPr>
          <p:cNvPr id="226" name="Google Shape;226;p40"/>
          <p:cNvSpPr txBox="1"/>
          <p:nvPr>
            <p:ph type="title"/>
          </p:nvPr>
        </p:nvSpPr>
        <p:spPr>
          <a:xfrm>
            <a:off x="453050" y="1261250"/>
            <a:ext cx="13620600" cy="4177800"/>
          </a:xfrm>
          <a:prstGeom prst="rect">
            <a:avLst/>
          </a:prstGeom>
        </p:spPr>
        <p:txBody>
          <a:bodyPr anchorCtr="0" anchor="t" bIns="182850" lIns="182850" spcFirstLastPara="1" rIns="182850" wrap="square" tIns="182850">
            <a:noAutofit/>
          </a:bodyPr>
          <a:lstStyle>
            <a:lvl1pPr lvl="0">
              <a:lnSpc>
                <a:spcPct val="80000"/>
              </a:lnSpc>
              <a:spcBef>
                <a:spcPts val="0"/>
              </a:spcBef>
              <a:spcAft>
                <a:spcPts val="0"/>
              </a:spcAft>
              <a:buClr>
                <a:schemeClr val="lt1"/>
              </a:buClr>
              <a:buSzPts val="14600"/>
              <a:buNone/>
              <a:defRPr sz="146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227" name="Google Shape;227;p40"/>
          <p:cNvSpPr txBox="1"/>
          <p:nvPr>
            <p:ph idx="1" type="subTitle"/>
          </p:nvPr>
        </p:nvSpPr>
        <p:spPr>
          <a:xfrm>
            <a:off x="453050" y="7628250"/>
            <a:ext cx="5998200" cy="2245200"/>
          </a:xfrm>
          <a:prstGeom prst="rect">
            <a:avLst/>
          </a:prstGeom>
        </p:spPr>
        <p:txBody>
          <a:bodyPr anchorCtr="0" anchor="b" bIns="182850" lIns="182850" spcFirstLastPara="1" rIns="182850" wrap="square" tIns="182850">
            <a:normAutofit/>
          </a:bodyPr>
          <a:lstStyle>
            <a:lvl1pPr lvl="0">
              <a:spcBef>
                <a:spcPts val="0"/>
              </a:spcBef>
              <a:spcAft>
                <a:spcPts val="0"/>
              </a:spcAft>
              <a:buClr>
                <a:schemeClr val="lt1"/>
              </a:buClr>
              <a:buSzPts val="4000"/>
              <a:buNone/>
              <a:defRPr sz="40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two images">
  <p:cSld name="CUSTOM_3">
    <p:spTree>
      <p:nvGrpSpPr>
        <p:cNvPr id="228" name="Shape 228"/>
        <p:cNvGrpSpPr/>
        <p:nvPr/>
      </p:nvGrpSpPr>
      <p:grpSpPr>
        <a:xfrm>
          <a:off x="0" y="0"/>
          <a:ext cx="0" cy="0"/>
          <a:chOff x="0" y="0"/>
          <a:chExt cx="0" cy="0"/>
        </a:xfrm>
      </p:grpSpPr>
      <p:sp>
        <p:nvSpPr>
          <p:cNvPr id="229" name="Google Shape;229;p41"/>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30" name="Google Shape;230;p41"/>
          <p:cNvSpPr txBox="1"/>
          <p:nvPr>
            <p:ph idx="2"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SzPts val="1200"/>
              <a:buNone/>
              <a:defRPr b="0" sz="1200"/>
            </a:lvl1pPr>
            <a:lvl2pPr lvl="1" algn="r">
              <a:spcBef>
                <a:spcPts val="0"/>
              </a:spcBef>
              <a:spcAft>
                <a:spcPts val="0"/>
              </a:spcAft>
              <a:buSzPts val="5600"/>
              <a:buNone/>
              <a:defRPr/>
            </a:lvl2pPr>
            <a:lvl3pPr lvl="2" algn="r">
              <a:spcBef>
                <a:spcPts val="0"/>
              </a:spcBef>
              <a:spcAft>
                <a:spcPts val="0"/>
              </a:spcAft>
              <a:buSzPts val="5600"/>
              <a:buNone/>
              <a:defRPr/>
            </a:lvl3pPr>
            <a:lvl4pPr lvl="3" algn="r">
              <a:spcBef>
                <a:spcPts val="0"/>
              </a:spcBef>
              <a:spcAft>
                <a:spcPts val="0"/>
              </a:spcAft>
              <a:buSzPts val="5600"/>
              <a:buNone/>
              <a:defRPr/>
            </a:lvl4pPr>
            <a:lvl5pPr lvl="4" algn="r">
              <a:spcBef>
                <a:spcPts val="0"/>
              </a:spcBef>
              <a:spcAft>
                <a:spcPts val="0"/>
              </a:spcAft>
              <a:buSzPts val="5600"/>
              <a:buNone/>
              <a:defRPr/>
            </a:lvl5pPr>
            <a:lvl6pPr lvl="5" algn="r">
              <a:spcBef>
                <a:spcPts val="0"/>
              </a:spcBef>
              <a:spcAft>
                <a:spcPts val="0"/>
              </a:spcAft>
              <a:buSzPts val="5600"/>
              <a:buNone/>
              <a:defRPr/>
            </a:lvl6pPr>
            <a:lvl7pPr lvl="6" algn="r">
              <a:spcBef>
                <a:spcPts val="0"/>
              </a:spcBef>
              <a:spcAft>
                <a:spcPts val="0"/>
              </a:spcAft>
              <a:buSzPts val="5600"/>
              <a:buNone/>
              <a:defRPr/>
            </a:lvl7pPr>
            <a:lvl8pPr lvl="7" algn="r">
              <a:spcBef>
                <a:spcPts val="0"/>
              </a:spcBef>
              <a:spcAft>
                <a:spcPts val="0"/>
              </a:spcAft>
              <a:buSzPts val="5600"/>
              <a:buNone/>
              <a:defRPr/>
            </a:lvl8pPr>
            <a:lvl9pPr lvl="8" algn="r">
              <a:spcBef>
                <a:spcPts val="0"/>
              </a:spcBef>
              <a:spcAft>
                <a:spcPts val="0"/>
              </a:spcAft>
              <a:buSzPts val="5600"/>
              <a:buNone/>
              <a:defRPr/>
            </a:lvl9pPr>
          </a:lstStyle>
          <a:p/>
        </p:txBody>
      </p:sp>
      <p:sp>
        <p:nvSpPr>
          <p:cNvPr id="231" name="Google Shape;231;p41"/>
          <p:cNvSpPr txBox="1"/>
          <p:nvPr>
            <p:ph idx="1" type="body"/>
          </p:nvPr>
        </p:nvSpPr>
        <p:spPr>
          <a:xfrm>
            <a:off x="453050" y="4160891"/>
            <a:ext cx="5849400" cy="33576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32" name="Google Shape;232;p41"/>
          <p:cNvSpPr txBox="1"/>
          <p:nvPr>
            <p:ph idx="3" type="title"/>
          </p:nvPr>
        </p:nvSpPr>
        <p:spPr>
          <a:xfrm>
            <a:off x="453050" y="2542200"/>
            <a:ext cx="5849400" cy="1633200"/>
          </a:xfrm>
          <a:prstGeom prst="rect">
            <a:avLst/>
          </a:prstGeom>
        </p:spPr>
        <p:txBody>
          <a:bodyPr anchorCtr="0" anchor="b" bIns="182850" lIns="182850" spcFirstLastPara="1" rIns="182850" wrap="square" tIns="182850">
            <a:noAutofit/>
          </a:bodyPr>
          <a:lstStyle>
            <a:lvl1pPr lvl="0">
              <a:lnSpc>
                <a:spcPct val="80000"/>
              </a:lnSpc>
              <a:spcBef>
                <a:spcPts val="0"/>
              </a:spcBef>
              <a:spcAft>
                <a:spcPts val="0"/>
              </a:spcAft>
              <a:buSzPts val="5000"/>
              <a:buNone/>
              <a:defRPr sz="5000"/>
            </a:lvl1pPr>
            <a:lvl2pPr lvl="1">
              <a:lnSpc>
                <a:spcPct val="80000"/>
              </a:lnSpc>
              <a:spcBef>
                <a:spcPts val="0"/>
              </a:spcBef>
              <a:spcAft>
                <a:spcPts val="0"/>
              </a:spcAft>
              <a:buSzPts val="5000"/>
              <a:buNone/>
              <a:defRPr sz="5000"/>
            </a:lvl2pPr>
            <a:lvl3pPr lvl="2">
              <a:lnSpc>
                <a:spcPct val="80000"/>
              </a:lnSpc>
              <a:spcBef>
                <a:spcPts val="0"/>
              </a:spcBef>
              <a:spcAft>
                <a:spcPts val="0"/>
              </a:spcAft>
              <a:buSzPts val="5000"/>
              <a:buNone/>
              <a:defRPr sz="5000"/>
            </a:lvl3pPr>
            <a:lvl4pPr lvl="3">
              <a:lnSpc>
                <a:spcPct val="80000"/>
              </a:lnSpc>
              <a:spcBef>
                <a:spcPts val="0"/>
              </a:spcBef>
              <a:spcAft>
                <a:spcPts val="0"/>
              </a:spcAft>
              <a:buSzPts val="5000"/>
              <a:buNone/>
              <a:defRPr sz="5000"/>
            </a:lvl4pPr>
            <a:lvl5pPr lvl="4">
              <a:lnSpc>
                <a:spcPct val="80000"/>
              </a:lnSpc>
              <a:spcBef>
                <a:spcPts val="0"/>
              </a:spcBef>
              <a:spcAft>
                <a:spcPts val="0"/>
              </a:spcAft>
              <a:buSzPts val="5000"/>
              <a:buNone/>
              <a:defRPr sz="5000"/>
            </a:lvl5pPr>
            <a:lvl6pPr lvl="5">
              <a:lnSpc>
                <a:spcPct val="80000"/>
              </a:lnSpc>
              <a:spcBef>
                <a:spcPts val="0"/>
              </a:spcBef>
              <a:spcAft>
                <a:spcPts val="0"/>
              </a:spcAft>
              <a:buSzPts val="5000"/>
              <a:buNone/>
              <a:defRPr sz="5000"/>
            </a:lvl6pPr>
            <a:lvl7pPr lvl="6">
              <a:lnSpc>
                <a:spcPct val="80000"/>
              </a:lnSpc>
              <a:spcBef>
                <a:spcPts val="0"/>
              </a:spcBef>
              <a:spcAft>
                <a:spcPts val="0"/>
              </a:spcAft>
              <a:buSzPts val="5000"/>
              <a:buNone/>
              <a:defRPr sz="5000"/>
            </a:lvl7pPr>
            <a:lvl8pPr lvl="7">
              <a:lnSpc>
                <a:spcPct val="80000"/>
              </a:lnSpc>
              <a:spcBef>
                <a:spcPts val="0"/>
              </a:spcBef>
              <a:spcAft>
                <a:spcPts val="0"/>
              </a:spcAft>
              <a:buSzPts val="5000"/>
              <a:buNone/>
              <a:defRPr sz="5000"/>
            </a:lvl8pPr>
            <a:lvl9pPr lvl="8">
              <a:lnSpc>
                <a:spcPct val="80000"/>
              </a:lnSpc>
              <a:spcBef>
                <a:spcPts val="0"/>
              </a:spcBef>
              <a:spcAft>
                <a:spcPts val="0"/>
              </a:spcAft>
              <a:buSzPts val="5000"/>
              <a:buNone/>
              <a:defRPr sz="5000"/>
            </a:lvl9pPr>
          </a:lstStyle>
          <a:p/>
        </p:txBody>
      </p:sp>
      <p:sp>
        <p:nvSpPr>
          <p:cNvPr id="233" name="Google Shape;233;p41"/>
          <p:cNvSpPr/>
          <p:nvPr>
            <p:ph idx="4" type="pic"/>
          </p:nvPr>
        </p:nvSpPr>
        <p:spPr>
          <a:xfrm>
            <a:off x="6737550" y="453250"/>
            <a:ext cx="7467600" cy="9381000"/>
          </a:xfrm>
          <a:prstGeom prst="rect">
            <a:avLst/>
          </a:prstGeom>
          <a:noFill/>
          <a:ln cap="flat" cmpd="sng" w="9525">
            <a:solidFill>
              <a:schemeClr val="dk1"/>
            </a:solidFill>
            <a:prstDash val="solid"/>
            <a:round/>
            <a:headEnd len="sm" w="sm" type="none"/>
            <a:tailEnd len="sm" w="sm" type="none"/>
          </a:ln>
        </p:spPr>
      </p:sp>
      <p:sp>
        <p:nvSpPr>
          <p:cNvPr id="234" name="Google Shape;234;p41"/>
          <p:cNvSpPr/>
          <p:nvPr>
            <p:ph idx="5" type="pic"/>
          </p:nvPr>
        </p:nvSpPr>
        <p:spPr>
          <a:xfrm>
            <a:off x="14640400" y="2783800"/>
            <a:ext cx="3194400" cy="39408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wo storyboards">
  <p:cSld name="CUSTOM_3_2">
    <p:spTree>
      <p:nvGrpSpPr>
        <p:cNvPr id="235" name="Shape 235"/>
        <p:cNvGrpSpPr/>
        <p:nvPr/>
      </p:nvGrpSpPr>
      <p:grpSpPr>
        <a:xfrm>
          <a:off x="0" y="0"/>
          <a:ext cx="0" cy="0"/>
          <a:chOff x="0" y="0"/>
          <a:chExt cx="0" cy="0"/>
        </a:xfrm>
      </p:grpSpPr>
      <p:sp>
        <p:nvSpPr>
          <p:cNvPr id="236" name="Google Shape;236;p42"/>
          <p:cNvSpPr/>
          <p:nvPr>
            <p:ph idx="2" type="pic"/>
          </p:nvPr>
        </p:nvSpPr>
        <p:spPr>
          <a:xfrm>
            <a:off x="-10450" y="1427650"/>
            <a:ext cx="9143400" cy="5591400"/>
          </a:xfrm>
          <a:prstGeom prst="rect">
            <a:avLst/>
          </a:prstGeom>
          <a:noFill/>
          <a:ln>
            <a:noFill/>
          </a:ln>
        </p:spPr>
      </p:sp>
      <p:sp>
        <p:nvSpPr>
          <p:cNvPr id="237" name="Google Shape;237;p42"/>
          <p:cNvSpPr txBox="1"/>
          <p:nvPr>
            <p:ph type="title"/>
          </p:nvPr>
        </p:nvSpPr>
        <p:spPr>
          <a:xfrm>
            <a:off x="360950" y="7265400"/>
            <a:ext cx="8400600" cy="1001400"/>
          </a:xfrm>
          <a:prstGeom prst="rect">
            <a:avLst/>
          </a:prstGeom>
        </p:spPr>
        <p:txBody>
          <a:bodyPr anchorCtr="0" anchor="t" bIns="182850" lIns="182850" spcFirstLastPara="1" rIns="182850" wrap="square" tIns="18285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238" name="Google Shape;238;p42"/>
          <p:cNvSpPr txBox="1"/>
          <p:nvPr>
            <p:ph idx="1" type="body"/>
          </p:nvPr>
        </p:nvSpPr>
        <p:spPr>
          <a:xfrm>
            <a:off x="360950" y="8267003"/>
            <a:ext cx="8400600" cy="1402200"/>
          </a:xfrm>
          <a:prstGeom prst="rect">
            <a:avLst/>
          </a:prstGeom>
        </p:spPr>
        <p:txBody>
          <a:bodyPr anchorCtr="0" anchor="t" bIns="182850" lIns="182850" spcFirstLastPara="1" rIns="182850" wrap="square" tIns="182850">
            <a:noAutofit/>
          </a:bodyPr>
          <a:lstStyle>
            <a:lvl1pPr indent="-355600" lvl="0" marL="457200">
              <a:spcBef>
                <a:spcPts val="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239" name="Google Shape;239;p42"/>
          <p:cNvSpPr txBox="1"/>
          <p:nvPr>
            <p:ph idx="3" type="title"/>
          </p:nvPr>
        </p:nvSpPr>
        <p:spPr>
          <a:xfrm>
            <a:off x="644550" y="233250"/>
            <a:ext cx="16989600" cy="7872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cxnSp>
        <p:nvCxnSpPr>
          <p:cNvPr id="240" name="Google Shape;240;p42"/>
          <p:cNvCxnSpPr/>
          <p:nvPr/>
        </p:nvCxnSpPr>
        <p:spPr>
          <a:xfrm>
            <a:off x="9144000" y="1418300"/>
            <a:ext cx="0" cy="8886600"/>
          </a:xfrm>
          <a:prstGeom prst="straightConnector1">
            <a:avLst/>
          </a:prstGeom>
          <a:noFill/>
          <a:ln cap="flat" cmpd="sng" w="9525">
            <a:solidFill>
              <a:schemeClr val="dk1"/>
            </a:solidFill>
            <a:prstDash val="solid"/>
            <a:round/>
            <a:headEnd len="med" w="med" type="none"/>
            <a:tailEnd len="med" w="med" type="none"/>
          </a:ln>
        </p:spPr>
      </p:cxnSp>
      <p:cxnSp>
        <p:nvCxnSpPr>
          <p:cNvPr id="241" name="Google Shape;241;p42"/>
          <p:cNvCxnSpPr/>
          <p:nvPr/>
        </p:nvCxnSpPr>
        <p:spPr>
          <a:xfrm rot="10800000">
            <a:off x="0" y="7029750"/>
            <a:ext cx="18304800" cy="0"/>
          </a:xfrm>
          <a:prstGeom prst="straightConnector1">
            <a:avLst/>
          </a:prstGeom>
          <a:noFill/>
          <a:ln cap="flat" cmpd="sng" w="9525">
            <a:solidFill>
              <a:schemeClr val="dk1"/>
            </a:solidFill>
            <a:prstDash val="solid"/>
            <a:round/>
            <a:headEnd len="med" w="med" type="none"/>
            <a:tailEnd len="med" w="med" type="none"/>
          </a:ln>
        </p:spPr>
      </p:cxnSp>
      <p:cxnSp>
        <p:nvCxnSpPr>
          <p:cNvPr id="242" name="Google Shape;242;p42"/>
          <p:cNvCxnSpPr/>
          <p:nvPr/>
        </p:nvCxnSpPr>
        <p:spPr>
          <a:xfrm rot="10800000">
            <a:off x="0" y="1419150"/>
            <a:ext cx="18304800" cy="0"/>
          </a:xfrm>
          <a:prstGeom prst="straightConnector1">
            <a:avLst/>
          </a:prstGeom>
          <a:noFill/>
          <a:ln cap="flat" cmpd="sng" w="9525">
            <a:solidFill>
              <a:schemeClr val="dk1"/>
            </a:solidFill>
            <a:prstDash val="solid"/>
            <a:round/>
            <a:headEnd len="med" w="med" type="none"/>
            <a:tailEnd len="med" w="med" type="none"/>
          </a:ln>
        </p:spPr>
      </p:cxnSp>
      <p:sp>
        <p:nvSpPr>
          <p:cNvPr id="243" name="Google Shape;243;p42"/>
          <p:cNvSpPr/>
          <p:nvPr>
            <p:ph idx="4" type="pic"/>
          </p:nvPr>
        </p:nvSpPr>
        <p:spPr>
          <a:xfrm>
            <a:off x="9155050" y="1427650"/>
            <a:ext cx="9143400" cy="5591400"/>
          </a:xfrm>
          <a:prstGeom prst="rect">
            <a:avLst/>
          </a:prstGeom>
          <a:noFill/>
          <a:ln>
            <a:noFill/>
          </a:ln>
        </p:spPr>
      </p:sp>
      <p:sp>
        <p:nvSpPr>
          <p:cNvPr id="244" name="Google Shape;244;p42"/>
          <p:cNvSpPr txBox="1"/>
          <p:nvPr>
            <p:ph idx="5" type="title"/>
          </p:nvPr>
        </p:nvSpPr>
        <p:spPr>
          <a:xfrm>
            <a:off x="9526450" y="7265400"/>
            <a:ext cx="8400600" cy="1001400"/>
          </a:xfrm>
          <a:prstGeom prst="rect">
            <a:avLst/>
          </a:prstGeom>
        </p:spPr>
        <p:txBody>
          <a:bodyPr anchorCtr="0" anchor="t" bIns="182850" lIns="182850" spcFirstLastPara="1" rIns="182850" wrap="square" tIns="18285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245" name="Google Shape;245;p42"/>
          <p:cNvSpPr txBox="1"/>
          <p:nvPr>
            <p:ph idx="6" type="body"/>
          </p:nvPr>
        </p:nvSpPr>
        <p:spPr>
          <a:xfrm>
            <a:off x="9526450" y="8267003"/>
            <a:ext cx="8400600" cy="1402200"/>
          </a:xfrm>
          <a:prstGeom prst="rect">
            <a:avLst/>
          </a:prstGeom>
        </p:spPr>
        <p:txBody>
          <a:bodyPr anchorCtr="0" anchor="t" bIns="182850" lIns="182850" spcFirstLastPara="1" rIns="182850" wrap="square" tIns="182850">
            <a:noAutofit/>
          </a:bodyPr>
          <a:lstStyle>
            <a:lvl1pPr indent="-355600" lvl="0" marL="457200">
              <a:spcBef>
                <a:spcPts val="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escription with phone">
  <p:cSld name="CUSTOM_3_1">
    <p:spTree>
      <p:nvGrpSpPr>
        <p:cNvPr id="246" name="Shape 246"/>
        <p:cNvGrpSpPr/>
        <p:nvPr/>
      </p:nvGrpSpPr>
      <p:grpSpPr>
        <a:xfrm>
          <a:off x="0" y="0"/>
          <a:ext cx="0" cy="0"/>
          <a:chOff x="0" y="0"/>
          <a:chExt cx="0" cy="0"/>
        </a:xfrm>
      </p:grpSpPr>
      <p:sp>
        <p:nvSpPr>
          <p:cNvPr id="247" name="Google Shape;247;p43"/>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48" name="Google Shape;248;p43"/>
          <p:cNvSpPr txBox="1"/>
          <p:nvPr>
            <p:ph idx="2"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SzPts val="1200"/>
              <a:buNone/>
              <a:defRPr b="0" sz="1200"/>
            </a:lvl1pPr>
            <a:lvl2pPr lvl="1" algn="r">
              <a:spcBef>
                <a:spcPts val="0"/>
              </a:spcBef>
              <a:spcAft>
                <a:spcPts val="0"/>
              </a:spcAft>
              <a:buSzPts val="5600"/>
              <a:buNone/>
              <a:defRPr/>
            </a:lvl2pPr>
            <a:lvl3pPr lvl="2" algn="r">
              <a:spcBef>
                <a:spcPts val="0"/>
              </a:spcBef>
              <a:spcAft>
                <a:spcPts val="0"/>
              </a:spcAft>
              <a:buSzPts val="5600"/>
              <a:buNone/>
              <a:defRPr/>
            </a:lvl3pPr>
            <a:lvl4pPr lvl="3" algn="r">
              <a:spcBef>
                <a:spcPts val="0"/>
              </a:spcBef>
              <a:spcAft>
                <a:spcPts val="0"/>
              </a:spcAft>
              <a:buSzPts val="5600"/>
              <a:buNone/>
              <a:defRPr/>
            </a:lvl4pPr>
            <a:lvl5pPr lvl="4" algn="r">
              <a:spcBef>
                <a:spcPts val="0"/>
              </a:spcBef>
              <a:spcAft>
                <a:spcPts val="0"/>
              </a:spcAft>
              <a:buSzPts val="5600"/>
              <a:buNone/>
              <a:defRPr/>
            </a:lvl5pPr>
            <a:lvl6pPr lvl="5" algn="r">
              <a:spcBef>
                <a:spcPts val="0"/>
              </a:spcBef>
              <a:spcAft>
                <a:spcPts val="0"/>
              </a:spcAft>
              <a:buSzPts val="5600"/>
              <a:buNone/>
              <a:defRPr/>
            </a:lvl6pPr>
            <a:lvl7pPr lvl="6" algn="r">
              <a:spcBef>
                <a:spcPts val="0"/>
              </a:spcBef>
              <a:spcAft>
                <a:spcPts val="0"/>
              </a:spcAft>
              <a:buSzPts val="5600"/>
              <a:buNone/>
              <a:defRPr/>
            </a:lvl7pPr>
            <a:lvl8pPr lvl="7" algn="r">
              <a:spcBef>
                <a:spcPts val="0"/>
              </a:spcBef>
              <a:spcAft>
                <a:spcPts val="0"/>
              </a:spcAft>
              <a:buSzPts val="5600"/>
              <a:buNone/>
              <a:defRPr/>
            </a:lvl8pPr>
            <a:lvl9pPr lvl="8" algn="r">
              <a:spcBef>
                <a:spcPts val="0"/>
              </a:spcBef>
              <a:spcAft>
                <a:spcPts val="0"/>
              </a:spcAft>
              <a:buSzPts val="5600"/>
              <a:buNone/>
              <a:defRPr/>
            </a:lvl9pPr>
          </a:lstStyle>
          <a:p/>
        </p:txBody>
      </p:sp>
      <p:sp>
        <p:nvSpPr>
          <p:cNvPr id="249" name="Google Shape;249;p43"/>
          <p:cNvSpPr txBox="1"/>
          <p:nvPr>
            <p:ph idx="1" type="body"/>
          </p:nvPr>
        </p:nvSpPr>
        <p:spPr>
          <a:xfrm>
            <a:off x="453050" y="4160891"/>
            <a:ext cx="5849400" cy="33576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50" name="Google Shape;250;p43"/>
          <p:cNvSpPr txBox="1"/>
          <p:nvPr>
            <p:ph idx="3" type="title"/>
          </p:nvPr>
        </p:nvSpPr>
        <p:spPr>
          <a:xfrm>
            <a:off x="453050" y="2542200"/>
            <a:ext cx="5849400" cy="1633200"/>
          </a:xfrm>
          <a:prstGeom prst="rect">
            <a:avLst/>
          </a:prstGeom>
        </p:spPr>
        <p:txBody>
          <a:bodyPr anchorCtr="0" anchor="b" bIns="182850" lIns="182850" spcFirstLastPara="1" rIns="182850" wrap="square" tIns="182850">
            <a:noAutofit/>
          </a:bodyPr>
          <a:lstStyle>
            <a:lvl1pPr lvl="0">
              <a:lnSpc>
                <a:spcPct val="80000"/>
              </a:lnSpc>
              <a:spcBef>
                <a:spcPts val="0"/>
              </a:spcBef>
              <a:spcAft>
                <a:spcPts val="0"/>
              </a:spcAft>
              <a:buSzPts val="5000"/>
              <a:buNone/>
              <a:defRPr sz="5000"/>
            </a:lvl1pPr>
            <a:lvl2pPr lvl="1">
              <a:lnSpc>
                <a:spcPct val="80000"/>
              </a:lnSpc>
              <a:spcBef>
                <a:spcPts val="0"/>
              </a:spcBef>
              <a:spcAft>
                <a:spcPts val="0"/>
              </a:spcAft>
              <a:buSzPts val="5000"/>
              <a:buNone/>
              <a:defRPr sz="5000"/>
            </a:lvl2pPr>
            <a:lvl3pPr lvl="2">
              <a:lnSpc>
                <a:spcPct val="80000"/>
              </a:lnSpc>
              <a:spcBef>
                <a:spcPts val="0"/>
              </a:spcBef>
              <a:spcAft>
                <a:spcPts val="0"/>
              </a:spcAft>
              <a:buSzPts val="5000"/>
              <a:buNone/>
              <a:defRPr sz="5000"/>
            </a:lvl3pPr>
            <a:lvl4pPr lvl="3">
              <a:lnSpc>
                <a:spcPct val="80000"/>
              </a:lnSpc>
              <a:spcBef>
                <a:spcPts val="0"/>
              </a:spcBef>
              <a:spcAft>
                <a:spcPts val="0"/>
              </a:spcAft>
              <a:buSzPts val="5000"/>
              <a:buNone/>
              <a:defRPr sz="5000"/>
            </a:lvl4pPr>
            <a:lvl5pPr lvl="4">
              <a:lnSpc>
                <a:spcPct val="80000"/>
              </a:lnSpc>
              <a:spcBef>
                <a:spcPts val="0"/>
              </a:spcBef>
              <a:spcAft>
                <a:spcPts val="0"/>
              </a:spcAft>
              <a:buSzPts val="5000"/>
              <a:buNone/>
              <a:defRPr sz="5000"/>
            </a:lvl5pPr>
            <a:lvl6pPr lvl="5">
              <a:lnSpc>
                <a:spcPct val="80000"/>
              </a:lnSpc>
              <a:spcBef>
                <a:spcPts val="0"/>
              </a:spcBef>
              <a:spcAft>
                <a:spcPts val="0"/>
              </a:spcAft>
              <a:buSzPts val="5000"/>
              <a:buNone/>
              <a:defRPr sz="5000"/>
            </a:lvl6pPr>
            <a:lvl7pPr lvl="6">
              <a:lnSpc>
                <a:spcPct val="80000"/>
              </a:lnSpc>
              <a:spcBef>
                <a:spcPts val="0"/>
              </a:spcBef>
              <a:spcAft>
                <a:spcPts val="0"/>
              </a:spcAft>
              <a:buSzPts val="5000"/>
              <a:buNone/>
              <a:defRPr sz="5000"/>
            </a:lvl7pPr>
            <a:lvl8pPr lvl="7">
              <a:lnSpc>
                <a:spcPct val="80000"/>
              </a:lnSpc>
              <a:spcBef>
                <a:spcPts val="0"/>
              </a:spcBef>
              <a:spcAft>
                <a:spcPts val="0"/>
              </a:spcAft>
              <a:buSzPts val="5000"/>
              <a:buNone/>
              <a:defRPr sz="5000"/>
            </a:lvl8pPr>
            <a:lvl9pPr lvl="8">
              <a:lnSpc>
                <a:spcPct val="80000"/>
              </a:lnSpc>
              <a:spcBef>
                <a:spcPts val="0"/>
              </a:spcBef>
              <a:spcAft>
                <a:spcPts val="0"/>
              </a:spcAft>
              <a:buSzPts val="5000"/>
              <a:buNone/>
              <a:defRPr sz="5000"/>
            </a:lvl9pPr>
          </a:lstStyle>
          <a:p/>
        </p:txBody>
      </p:sp>
      <p:pic>
        <p:nvPicPr>
          <p:cNvPr descr="Blank mock of a smartphone." id="251" name="Google Shape;251;p43"/>
          <p:cNvPicPr preferRelativeResize="0"/>
          <p:nvPr/>
        </p:nvPicPr>
        <p:blipFill rotWithShape="1">
          <a:blip r:embed="rId2">
            <a:alphaModFix/>
          </a:blip>
          <a:srcRect b="38736" l="0" r="0" t="0"/>
          <a:stretch/>
        </p:blipFill>
        <p:spPr>
          <a:xfrm>
            <a:off x="7764100" y="522500"/>
            <a:ext cx="9628147" cy="9764501"/>
          </a:xfrm>
          <a:prstGeom prst="rect">
            <a:avLst/>
          </a:prstGeom>
          <a:noFill/>
          <a:ln>
            <a:noFill/>
          </a:ln>
        </p:spPr>
      </p:pic>
      <p:sp>
        <p:nvSpPr>
          <p:cNvPr id="252" name="Google Shape;252;p43"/>
          <p:cNvSpPr/>
          <p:nvPr>
            <p:ph idx="4" type="pic"/>
          </p:nvPr>
        </p:nvSpPr>
        <p:spPr>
          <a:xfrm>
            <a:off x="8395150" y="1024750"/>
            <a:ext cx="5695200" cy="9262200"/>
          </a:xfrm>
          <a:prstGeom prst="round2SameRect">
            <a:avLst>
              <a:gd fmla="val 12455" name="adj1"/>
              <a:gd fmla="val 0" name="adj2"/>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USTOM_4">
    <p:spTree>
      <p:nvGrpSpPr>
        <p:cNvPr id="253" name="Shape 253"/>
        <p:cNvGrpSpPr/>
        <p:nvPr/>
      </p:nvGrpSpPr>
      <p:grpSpPr>
        <a:xfrm>
          <a:off x="0" y="0"/>
          <a:ext cx="0" cy="0"/>
          <a:chOff x="0" y="0"/>
          <a:chExt cx="0" cy="0"/>
        </a:xfrm>
      </p:grpSpPr>
      <p:sp>
        <p:nvSpPr>
          <p:cNvPr id="254" name="Google Shape;254;p44"/>
          <p:cNvSpPr txBox="1"/>
          <p:nvPr>
            <p:ph type="title"/>
          </p:nvPr>
        </p:nvSpPr>
        <p:spPr>
          <a:xfrm>
            <a:off x="453050" y="328761"/>
            <a:ext cx="3294600" cy="476400"/>
          </a:xfrm>
          <a:prstGeom prst="rect">
            <a:avLst/>
          </a:prstGeom>
        </p:spPr>
        <p:txBody>
          <a:bodyPr anchorCtr="0" anchor="ctr" bIns="182850" lIns="182850" spcFirstLastPara="1" rIns="182850" wrap="square" tIns="182850">
            <a:noAutofit/>
          </a:bodyPr>
          <a:lstStyle>
            <a:lvl1pPr lvl="0">
              <a:spcBef>
                <a:spcPts val="0"/>
              </a:spcBef>
              <a:spcAft>
                <a:spcPts val="0"/>
              </a:spcAft>
              <a:buSzPts val="1200"/>
              <a:buNone/>
              <a:defRPr b="0" sz="1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55" name="Google Shape;255;p44"/>
          <p:cNvSpPr txBox="1"/>
          <p:nvPr>
            <p:ph idx="2" type="title"/>
          </p:nvPr>
        </p:nvSpPr>
        <p:spPr>
          <a:xfrm>
            <a:off x="14468534" y="328761"/>
            <a:ext cx="3294600" cy="476400"/>
          </a:xfrm>
          <a:prstGeom prst="rect">
            <a:avLst/>
          </a:prstGeom>
        </p:spPr>
        <p:txBody>
          <a:bodyPr anchorCtr="0" anchor="ctr" bIns="182850" lIns="182850" spcFirstLastPara="1" rIns="182850" wrap="square" tIns="182850">
            <a:noAutofit/>
          </a:bodyPr>
          <a:lstStyle>
            <a:lvl1pPr lvl="0" algn="r">
              <a:spcBef>
                <a:spcPts val="0"/>
              </a:spcBef>
              <a:spcAft>
                <a:spcPts val="0"/>
              </a:spcAft>
              <a:buSzPts val="1200"/>
              <a:buNone/>
              <a:defRPr b="0" sz="1200"/>
            </a:lvl1pPr>
            <a:lvl2pPr lvl="1" algn="r">
              <a:spcBef>
                <a:spcPts val="0"/>
              </a:spcBef>
              <a:spcAft>
                <a:spcPts val="0"/>
              </a:spcAft>
              <a:buSzPts val="5600"/>
              <a:buNone/>
              <a:defRPr/>
            </a:lvl2pPr>
            <a:lvl3pPr lvl="2" algn="r">
              <a:spcBef>
                <a:spcPts val="0"/>
              </a:spcBef>
              <a:spcAft>
                <a:spcPts val="0"/>
              </a:spcAft>
              <a:buSzPts val="5600"/>
              <a:buNone/>
              <a:defRPr/>
            </a:lvl3pPr>
            <a:lvl4pPr lvl="3" algn="r">
              <a:spcBef>
                <a:spcPts val="0"/>
              </a:spcBef>
              <a:spcAft>
                <a:spcPts val="0"/>
              </a:spcAft>
              <a:buSzPts val="5600"/>
              <a:buNone/>
              <a:defRPr/>
            </a:lvl4pPr>
            <a:lvl5pPr lvl="4" algn="r">
              <a:spcBef>
                <a:spcPts val="0"/>
              </a:spcBef>
              <a:spcAft>
                <a:spcPts val="0"/>
              </a:spcAft>
              <a:buSzPts val="5600"/>
              <a:buNone/>
              <a:defRPr/>
            </a:lvl5pPr>
            <a:lvl6pPr lvl="5" algn="r">
              <a:spcBef>
                <a:spcPts val="0"/>
              </a:spcBef>
              <a:spcAft>
                <a:spcPts val="0"/>
              </a:spcAft>
              <a:buSzPts val="5600"/>
              <a:buNone/>
              <a:defRPr/>
            </a:lvl6pPr>
            <a:lvl7pPr lvl="6" algn="r">
              <a:spcBef>
                <a:spcPts val="0"/>
              </a:spcBef>
              <a:spcAft>
                <a:spcPts val="0"/>
              </a:spcAft>
              <a:buSzPts val="5600"/>
              <a:buNone/>
              <a:defRPr/>
            </a:lvl7pPr>
            <a:lvl8pPr lvl="7" algn="r">
              <a:spcBef>
                <a:spcPts val="0"/>
              </a:spcBef>
              <a:spcAft>
                <a:spcPts val="0"/>
              </a:spcAft>
              <a:buSzPts val="5600"/>
              <a:buNone/>
              <a:defRPr/>
            </a:lvl8pPr>
            <a:lvl9pPr lvl="8" algn="r">
              <a:spcBef>
                <a:spcPts val="0"/>
              </a:spcBef>
              <a:spcAft>
                <a:spcPts val="0"/>
              </a:spcAft>
              <a:buSzPts val="5600"/>
              <a:buNone/>
              <a:defRPr/>
            </a:lvl9pPr>
          </a:lstStyle>
          <a:p/>
        </p:txBody>
      </p:sp>
      <p:sp>
        <p:nvSpPr>
          <p:cNvPr id="256" name="Google Shape;256;p44"/>
          <p:cNvSpPr txBox="1"/>
          <p:nvPr>
            <p:ph idx="1" type="body"/>
          </p:nvPr>
        </p:nvSpPr>
        <p:spPr>
          <a:xfrm>
            <a:off x="453050" y="3586500"/>
            <a:ext cx="17199000" cy="3114000"/>
          </a:xfrm>
          <a:prstGeom prst="rect">
            <a:avLst/>
          </a:prstGeom>
        </p:spPr>
        <p:txBody>
          <a:bodyPr anchorCtr="0" anchor="ctr" bIns="182850" lIns="182850" spcFirstLastPara="1" rIns="182850" wrap="square" tIns="182850">
            <a:noAutofit/>
          </a:bodyPr>
          <a:lstStyle>
            <a:lvl1pPr indent="-596900" lvl="0" marL="4572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1pPr>
            <a:lvl2pPr indent="-596900" lvl="1" marL="9144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2pPr>
            <a:lvl3pPr indent="-596900" lvl="2" marL="13716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3pPr>
            <a:lvl4pPr indent="-596900" lvl="3" marL="18288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4pPr>
            <a:lvl5pPr indent="-596900" lvl="4" marL="22860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5pPr>
            <a:lvl6pPr indent="-596900" lvl="5" marL="27432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6pPr>
            <a:lvl7pPr indent="-596900" lvl="6" marL="32004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7pPr>
            <a:lvl8pPr indent="-596900" lvl="7" marL="36576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8pPr>
            <a:lvl9pPr indent="-596900" lvl="8" marL="4114800">
              <a:lnSpc>
                <a:spcPct val="90000"/>
              </a:lnSpc>
              <a:spcBef>
                <a:spcPts val="0"/>
              </a:spcBef>
              <a:spcAft>
                <a:spcPts val="0"/>
              </a:spcAft>
              <a:buSzPts val="5800"/>
              <a:buFont typeface="Inter Medium"/>
              <a:buChar char="■"/>
              <a:defRPr sz="5800">
                <a:latin typeface="Inter Medium"/>
                <a:ea typeface="Inter Medium"/>
                <a:cs typeface="Inter Medium"/>
                <a:sym typeface="Inter Medium"/>
              </a:defRPr>
            </a:lvl9pPr>
          </a:lstStyle>
          <a:p/>
        </p:txBody>
      </p:sp>
      <p:sp>
        <p:nvSpPr>
          <p:cNvPr id="257" name="Google Shape;257;p44"/>
          <p:cNvSpPr txBox="1"/>
          <p:nvPr>
            <p:ph idx="3" type="body"/>
          </p:nvPr>
        </p:nvSpPr>
        <p:spPr>
          <a:xfrm>
            <a:off x="453050" y="9439600"/>
            <a:ext cx="6286800" cy="4764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58" name="Google Shape;258;p44"/>
          <p:cNvSpPr txBox="1"/>
          <p:nvPr>
            <p:ph idx="4" type="body"/>
          </p:nvPr>
        </p:nvSpPr>
        <p:spPr>
          <a:xfrm>
            <a:off x="7180297" y="9439600"/>
            <a:ext cx="5071200" cy="4764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59" name="Google Shape;259;p44"/>
          <p:cNvSpPr txBox="1"/>
          <p:nvPr>
            <p:ph idx="5" type="body"/>
          </p:nvPr>
        </p:nvSpPr>
        <p:spPr>
          <a:xfrm>
            <a:off x="12691947" y="9439600"/>
            <a:ext cx="5071200" cy="4764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4_1">
    <p:spTree>
      <p:nvGrpSpPr>
        <p:cNvPr id="260" name="Shape 260"/>
        <p:cNvGrpSpPr/>
        <p:nvPr/>
      </p:nvGrpSpPr>
      <p:grpSpPr>
        <a:xfrm>
          <a:off x="0" y="0"/>
          <a:ext cx="0" cy="0"/>
          <a:chOff x="0" y="0"/>
          <a:chExt cx="0" cy="0"/>
        </a:xfrm>
      </p:grpSpPr>
      <p:sp>
        <p:nvSpPr>
          <p:cNvPr id="261" name="Google Shape;261;p45"/>
          <p:cNvSpPr txBox="1"/>
          <p:nvPr>
            <p:ph idx="1" type="body"/>
          </p:nvPr>
        </p:nvSpPr>
        <p:spPr>
          <a:xfrm>
            <a:off x="453050" y="8669700"/>
            <a:ext cx="5346000" cy="12462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62" name="Google Shape;262;p45"/>
          <p:cNvSpPr txBox="1"/>
          <p:nvPr>
            <p:ph idx="2" type="subTitle"/>
          </p:nvPr>
        </p:nvSpPr>
        <p:spPr>
          <a:xfrm>
            <a:off x="453050" y="7425650"/>
            <a:ext cx="5346000" cy="7386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3" name="Google Shape;263;p45"/>
          <p:cNvSpPr txBox="1"/>
          <p:nvPr>
            <p:ph idx="3" type="body"/>
          </p:nvPr>
        </p:nvSpPr>
        <p:spPr>
          <a:xfrm>
            <a:off x="6471000" y="8669700"/>
            <a:ext cx="5346000" cy="12462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64" name="Google Shape;264;p45"/>
          <p:cNvSpPr txBox="1"/>
          <p:nvPr>
            <p:ph idx="4" type="subTitle"/>
          </p:nvPr>
        </p:nvSpPr>
        <p:spPr>
          <a:xfrm>
            <a:off x="6471000" y="7425650"/>
            <a:ext cx="5346000" cy="7386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5" name="Google Shape;265;p45"/>
          <p:cNvSpPr txBox="1"/>
          <p:nvPr>
            <p:ph idx="5" type="body"/>
          </p:nvPr>
        </p:nvSpPr>
        <p:spPr>
          <a:xfrm>
            <a:off x="12306050" y="8669700"/>
            <a:ext cx="5346000" cy="12462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66" name="Google Shape;266;p45"/>
          <p:cNvSpPr txBox="1"/>
          <p:nvPr>
            <p:ph idx="6" type="subTitle"/>
          </p:nvPr>
        </p:nvSpPr>
        <p:spPr>
          <a:xfrm>
            <a:off x="12306050" y="7425650"/>
            <a:ext cx="5346000" cy="7386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7" name="Google Shape;267;p45"/>
          <p:cNvSpPr txBox="1"/>
          <p:nvPr>
            <p:ph type="title"/>
          </p:nvPr>
        </p:nvSpPr>
        <p:spPr>
          <a:xfrm>
            <a:off x="453050" y="3586500"/>
            <a:ext cx="17199000" cy="3031200"/>
          </a:xfrm>
          <a:prstGeom prst="rect">
            <a:avLst/>
          </a:prstGeom>
        </p:spPr>
        <p:txBody>
          <a:bodyPr anchorCtr="0" anchor="t" bIns="182850" lIns="182850" spcFirstLastPara="1" rIns="182850" wrap="square" tIns="182850">
            <a:normAutofit/>
          </a:bodyPr>
          <a:lstStyle>
            <a:lvl1pPr lvl="0">
              <a:spcBef>
                <a:spcPts val="0"/>
              </a:spcBef>
              <a:spcAft>
                <a:spcPts val="0"/>
              </a:spcAft>
              <a:buSzPts val="5000"/>
              <a:buNone/>
              <a:defRPr sz="5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4_1_1">
    <p:spTree>
      <p:nvGrpSpPr>
        <p:cNvPr id="268" name="Shape 268"/>
        <p:cNvGrpSpPr/>
        <p:nvPr/>
      </p:nvGrpSpPr>
      <p:grpSpPr>
        <a:xfrm>
          <a:off x="0" y="0"/>
          <a:ext cx="0" cy="0"/>
          <a:chOff x="0" y="0"/>
          <a:chExt cx="0" cy="0"/>
        </a:xfrm>
      </p:grpSpPr>
      <p:sp>
        <p:nvSpPr>
          <p:cNvPr id="269" name="Google Shape;269;p46"/>
          <p:cNvSpPr txBox="1"/>
          <p:nvPr>
            <p:ph idx="1" type="body"/>
          </p:nvPr>
        </p:nvSpPr>
        <p:spPr>
          <a:xfrm>
            <a:off x="453050" y="8669700"/>
            <a:ext cx="8200200" cy="12462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70" name="Google Shape;270;p46"/>
          <p:cNvSpPr txBox="1"/>
          <p:nvPr>
            <p:ph idx="2" type="subTitle"/>
          </p:nvPr>
        </p:nvSpPr>
        <p:spPr>
          <a:xfrm>
            <a:off x="453050" y="7425650"/>
            <a:ext cx="8200200" cy="7386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1" name="Google Shape;271;p46"/>
          <p:cNvSpPr txBox="1"/>
          <p:nvPr>
            <p:ph idx="3" type="body"/>
          </p:nvPr>
        </p:nvSpPr>
        <p:spPr>
          <a:xfrm>
            <a:off x="9683685" y="8669700"/>
            <a:ext cx="8200200" cy="12462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72" name="Google Shape;272;p46"/>
          <p:cNvSpPr txBox="1"/>
          <p:nvPr>
            <p:ph idx="4" type="subTitle"/>
          </p:nvPr>
        </p:nvSpPr>
        <p:spPr>
          <a:xfrm>
            <a:off x="9683685" y="7425650"/>
            <a:ext cx="8200200" cy="7386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3" name="Google Shape;273;p46"/>
          <p:cNvSpPr txBox="1"/>
          <p:nvPr>
            <p:ph idx="5" type="body"/>
          </p:nvPr>
        </p:nvSpPr>
        <p:spPr>
          <a:xfrm>
            <a:off x="453050" y="5446300"/>
            <a:ext cx="8200200" cy="12462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74" name="Google Shape;274;p46"/>
          <p:cNvSpPr txBox="1"/>
          <p:nvPr>
            <p:ph idx="6" type="subTitle"/>
          </p:nvPr>
        </p:nvSpPr>
        <p:spPr>
          <a:xfrm>
            <a:off x="453050" y="4202250"/>
            <a:ext cx="8200200" cy="7386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5" name="Google Shape;275;p46"/>
          <p:cNvSpPr txBox="1"/>
          <p:nvPr>
            <p:ph idx="7" type="body"/>
          </p:nvPr>
        </p:nvSpPr>
        <p:spPr>
          <a:xfrm>
            <a:off x="9683685" y="5446300"/>
            <a:ext cx="8200200" cy="1246200"/>
          </a:xfrm>
          <a:prstGeom prst="rect">
            <a:avLst/>
          </a:prstGeom>
        </p:spPr>
        <p:txBody>
          <a:bodyPr anchorCtr="0" anchor="ctr" bIns="182850" lIns="182850" spcFirstLastPara="1" rIns="182850" wrap="square" tIns="182850">
            <a:noAutofit/>
          </a:bodyPr>
          <a:lstStyle>
            <a:lvl1pPr indent="-431800" lvl="0" marL="457200">
              <a:spcBef>
                <a:spcPts val="0"/>
              </a:spcBef>
              <a:spcAft>
                <a:spcPts val="0"/>
              </a:spcAft>
              <a:buSzPts val="3200"/>
              <a:buChar char="●"/>
              <a:defRPr sz="3200"/>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76" name="Google Shape;276;p46"/>
          <p:cNvSpPr txBox="1"/>
          <p:nvPr>
            <p:ph idx="8" type="subTitle"/>
          </p:nvPr>
        </p:nvSpPr>
        <p:spPr>
          <a:xfrm>
            <a:off x="9683685" y="4202250"/>
            <a:ext cx="8200200" cy="738600"/>
          </a:xfrm>
          <a:prstGeom prst="rect">
            <a:avLst/>
          </a:prstGeom>
        </p:spPr>
        <p:txBody>
          <a:bodyPr anchorCtr="0" anchor="t" bIns="182850" lIns="182850" spcFirstLastPara="1" rIns="182850" wrap="square" tIns="182850">
            <a:norm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7" name="Google Shape;277;p46"/>
          <p:cNvSpPr txBox="1"/>
          <p:nvPr>
            <p:ph type="title"/>
          </p:nvPr>
        </p:nvSpPr>
        <p:spPr>
          <a:xfrm>
            <a:off x="453050" y="866250"/>
            <a:ext cx="17199000" cy="3031200"/>
          </a:xfrm>
          <a:prstGeom prst="rect">
            <a:avLst/>
          </a:prstGeom>
        </p:spPr>
        <p:txBody>
          <a:bodyPr anchorCtr="0" anchor="t" bIns="182850" lIns="182850" spcFirstLastPara="1" rIns="182850" wrap="square" tIns="182850">
            <a:normAutofit/>
          </a:bodyPr>
          <a:lstStyle>
            <a:lvl1pPr lvl="0">
              <a:spcBef>
                <a:spcPts val="0"/>
              </a:spcBef>
              <a:spcAft>
                <a:spcPts val="0"/>
              </a:spcAft>
              <a:buSzPts val="5000"/>
              <a:buNone/>
              <a:defRPr sz="5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8" name="Shape 278"/>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
    <p:spTree>
      <p:nvGrpSpPr>
        <p:cNvPr id="279" name="Shape 279"/>
        <p:cNvGrpSpPr/>
        <p:nvPr/>
      </p:nvGrpSpPr>
      <p:grpSpPr>
        <a:xfrm>
          <a:off x="0" y="0"/>
          <a:ext cx="0" cy="0"/>
          <a:chOff x="0" y="0"/>
          <a:chExt cx="0" cy="0"/>
        </a:xfrm>
      </p:grpSpPr>
      <p:sp>
        <p:nvSpPr>
          <p:cNvPr id="280" name="Google Shape;280;p48"/>
          <p:cNvSpPr/>
          <p:nvPr>
            <p:ph idx="2" type="pic"/>
          </p:nvPr>
        </p:nvSpPr>
        <p:spPr>
          <a:xfrm>
            <a:off x="0" y="0"/>
            <a:ext cx="18288000" cy="10287000"/>
          </a:xfrm>
          <a:prstGeom prst="rect">
            <a:avLst/>
          </a:prstGeom>
          <a:noFill/>
          <a:ln>
            <a:noFill/>
          </a:ln>
        </p:spPr>
      </p:sp>
      <p:sp>
        <p:nvSpPr>
          <p:cNvPr id="281" name="Google Shape;281;p4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82" name="Shape 282"/>
        <p:cNvGrpSpPr/>
        <p:nvPr/>
      </p:nvGrpSpPr>
      <p:grpSpPr>
        <a:xfrm>
          <a:off x="0" y="0"/>
          <a:ext cx="0" cy="0"/>
          <a:chOff x="0" y="0"/>
          <a:chExt cx="0" cy="0"/>
        </a:xfrm>
      </p:grpSpPr>
      <p:sp>
        <p:nvSpPr>
          <p:cNvPr id="283" name="Google Shape;283;p49"/>
          <p:cNvSpPr txBox="1"/>
          <p:nvPr>
            <p:ph type="title"/>
          </p:nvPr>
        </p:nvSpPr>
        <p:spPr>
          <a:xfrm>
            <a:off x="623400" y="1111200"/>
            <a:ext cx="5616000" cy="1511400"/>
          </a:xfrm>
          <a:prstGeom prst="rect">
            <a:avLst/>
          </a:prstGeom>
        </p:spPr>
        <p:txBody>
          <a:bodyPr anchorCtr="0" anchor="b" bIns="182850" lIns="182850" spcFirstLastPara="1" rIns="182850" wrap="square" tIns="18285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84" name="Google Shape;284;p49"/>
          <p:cNvSpPr txBox="1"/>
          <p:nvPr>
            <p:ph idx="1" type="body"/>
          </p:nvPr>
        </p:nvSpPr>
        <p:spPr>
          <a:xfrm>
            <a:off x="623400" y="2779200"/>
            <a:ext cx="5616000" cy="63588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85" name="Google Shape;285;p4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86" name="Shape 286"/>
        <p:cNvGrpSpPr/>
        <p:nvPr/>
      </p:nvGrpSpPr>
      <p:grpSpPr>
        <a:xfrm>
          <a:off x="0" y="0"/>
          <a:ext cx="0" cy="0"/>
          <a:chOff x="0" y="0"/>
          <a:chExt cx="0" cy="0"/>
        </a:xfrm>
      </p:grpSpPr>
      <p:sp>
        <p:nvSpPr>
          <p:cNvPr id="287" name="Google Shape;287;p50"/>
          <p:cNvSpPr txBox="1"/>
          <p:nvPr>
            <p:ph type="title"/>
          </p:nvPr>
        </p:nvSpPr>
        <p:spPr>
          <a:xfrm>
            <a:off x="980500" y="900300"/>
            <a:ext cx="12735600" cy="8181600"/>
          </a:xfrm>
          <a:prstGeom prst="rect">
            <a:avLst/>
          </a:prstGeom>
        </p:spPr>
        <p:txBody>
          <a:bodyPr anchorCtr="0" anchor="ctr" bIns="182850" lIns="182850" spcFirstLastPara="1" rIns="182850" wrap="square" tIns="182850">
            <a:normAutofit/>
          </a:bodyPr>
          <a:lstStyle>
            <a:lvl1pPr lvl="0">
              <a:spcBef>
                <a:spcPts val="0"/>
              </a:spcBef>
              <a:spcAft>
                <a:spcPts val="0"/>
              </a:spcAft>
              <a:buSzPts val="9600"/>
              <a:buNone/>
              <a:defRPr sz="96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sp>
        <p:nvSpPr>
          <p:cNvPr id="288" name="Google Shape;288;p5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_2">
    <p:spTree>
      <p:nvGrpSpPr>
        <p:cNvPr id="289" name="Shape 289"/>
        <p:cNvGrpSpPr/>
        <p:nvPr/>
      </p:nvGrpSpPr>
      <p:grpSpPr>
        <a:xfrm>
          <a:off x="0" y="0"/>
          <a:ext cx="0" cy="0"/>
          <a:chOff x="0" y="0"/>
          <a:chExt cx="0" cy="0"/>
        </a:xfrm>
      </p:grpSpPr>
      <p:sp>
        <p:nvSpPr>
          <p:cNvPr id="290" name="Google Shape;290;p51"/>
          <p:cNvSpPr/>
          <p:nvPr/>
        </p:nvSpPr>
        <p:spPr>
          <a:xfrm>
            <a:off x="9144000" y="-250"/>
            <a:ext cx="9144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91" name="Google Shape;291;p51"/>
          <p:cNvSpPr txBox="1"/>
          <p:nvPr>
            <p:ph type="title"/>
          </p:nvPr>
        </p:nvSpPr>
        <p:spPr>
          <a:xfrm>
            <a:off x="531000" y="2466350"/>
            <a:ext cx="8090400" cy="29646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8400"/>
              <a:buNone/>
              <a:defRPr sz="8400"/>
            </a:lvl1pPr>
            <a:lvl2pPr lvl="1" algn="ctr">
              <a:spcBef>
                <a:spcPts val="0"/>
              </a:spcBef>
              <a:spcAft>
                <a:spcPts val="0"/>
              </a:spcAft>
              <a:buSzPts val="8400"/>
              <a:buNone/>
              <a:defRPr sz="8400"/>
            </a:lvl2pPr>
            <a:lvl3pPr lvl="2" algn="ctr">
              <a:spcBef>
                <a:spcPts val="0"/>
              </a:spcBef>
              <a:spcAft>
                <a:spcPts val="0"/>
              </a:spcAft>
              <a:buSzPts val="8400"/>
              <a:buNone/>
              <a:defRPr sz="8400"/>
            </a:lvl3pPr>
            <a:lvl4pPr lvl="3" algn="ctr">
              <a:spcBef>
                <a:spcPts val="0"/>
              </a:spcBef>
              <a:spcAft>
                <a:spcPts val="0"/>
              </a:spcAft>
              <a:buSzPts val="8400"/>
              <a:buNone/>
              <a:defRPr sz="8400"/>
            </a:lvl4pPr>
            <a:lvl5pPr lvl="4" algn="ctr">
              <a:spcBef>
                <a:spcPts val="0"/>
              </a:spcBef>
              <a:spcAft>
                <a:spcPts val="0"/>
              </a:spcAft>
              <a:buSzPts val="8400"/>
              <a:buNone/>
              <a:defRPr sz="8400"/>
            </a:lvl5pPr>
            <a:lvl6pPr lvl="5" algn="ctr">
              <a:spcBef>
                <a:spcPts val="0"/>
              </a:spcBef>
              <a:spcAft>
                <a:spcPts val="0"/>
              </a:spcAft>
              <a:buSzPts val="8400"/>
              <a:buNone/>
              <a:defRPr sz="8400"/>
            </a:lvl6pPr>
            <a:lvl7pPr lvl="6" algn="ctr">
              <a:spcBef>
                <a:spcPts val="0"/>
              </a:spcBef>
              <a:spcAft>
                <a:spcPts val="0"/>
              </a:spcAft>
              <a:buSzPts val="8400"/>
              <a:buNone/>
              <a:defRPr sz="8400"/>
            </a:lvl7pPr>
            <a:lvl8pPr lvl="7" algn="ctr">
              <a:spcBef>
                <a:spcPts val="0"/>
              </a:spcBef>
              <a:spcAft>
                <a:spcPts val="0"/>
              </a:spcAft>
              <a:buSzPts val="8400"/>
              <a:buNone/>
              <a:defRPr sz="8400"/>
            </a:lvl8pPr>
            <a:lvl9pPr lvl="8" algn="ctr">
              <a:spcBef>
                <a:spcPts val="0"/>
              </a:spcBef>
              <a:spcAft>
                <a:spcPts val="0"/>
              </a:spcAft>
              <a:buSzPts val="8400"/>
              <a:buNone/>
              <a:defRPr sz="8400"/>
            </a:lvl9pPr>
          </a:lstStyle>
          <a:p/>
        </p:txBody>
      </p:sp>
      <p:sp>
        <p:nvSpPr>
          <p:cNvPr id="292" name="Google Shape;292;p51"/>
          <p:cNvSpPr txBox="1"/>
          <p:nvPr>
            <p:ph idx="1" type="subTitle"/>
          </p:nvPr>
        </p:nvSpPr>
        <p:spPr>
          <a:xfrm>
            <a:off x="531000" y="5606150"/>
            <a:ext cx="8090400" cy="2470200"/>
          </a:xfrm>
          <a:prstGeom prst="rect">
            <a:avLst/>
          </a:prstGeom>
        </p:spPr>
        <p:txBody>
          <a:bodyPr anchorCtr="0" anchor="t" bIns="182850" lIns="182850" spcFirstLastPara="1" rIns="182850" wrap="square" tIns="18285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93" name="Google Shape;293;p51"/>
          <p:cNvSpPr txBox="1"/>
          <p:nvPr>
            <p:ph idx="2" type="body"/>
          </p:nvPr>
        </p:nvSpPr>
        <p:spPr>
          <a:xfrm>
            <a:off x="9879000" y="1448150"/>
            <a:ext cx="7674000" cy="7390200"/>
          </a:xfrm>
          <a:prstGeom prst="rect">
            <a:avLst/>
          </a:prstGeom>
        </p:spPr>
        <p:txBody>
          <a:bodyPr anchorCtr="0" anchor="ctr" bIns="182850" lIns="182850" spcFirstLastPara="1" rIns="182850" wrap="square" tIns="182850">
            <a:norm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94" name="Google Shape;294;p51"/>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_2">
    <p:spTree>
      <p:nvGrpSpPr>
        <p:cNvPr id="295" name="Shape 295"/>
        <p:cNvGrpSpPr/>
        <p:nvPr/>
      </p:nvGrpSpPr>
      <p:grpSpPr>
        <a:xfrm>
          <a:off x="0" y="0"/>
          <a:ext cx="0" cy="0"/>
          <a:chOff x="0" y="0"/>
          <a:chExt cx="0" cy="0"/>
        </a:xfrm>
      </p:grpSpPr>
      <p:sp>
        <p:nvSpPr>
          <p:cNvPr id="296" name="Google Shape;296;p52"/>
          <p:cNvSpPr txBox="1"/>
          <p:nvPr>
            <p:ph idx="1" type="body"/>
          </p:nvPr>
        </p:nvSpPr>
        <p:spPr>
          <a:xfrm>
            <a:off x="623400" y="8160450"/>
            <a:ext cx="8055000" cy="18522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97" name="Google Shape;297;p52"/>
          <p:cNvSpPr/>
          <p:nvPr>
            <p:ph idx="2" type="pic"/>
          </p:nvPr>
        </p:nvSpPr>
        <p:spPr>
          <a:xfrm>
            <a:off x="9609650" y="2266600"/>
            <a:ext cx="8055000" cy="4785600"/>
          </a:xfrm>
          <a:prstGeom prst="rect">
            <a:avLst/>
          </a:prstGeom>
          <a:noFill/>
          <a:ln>
            <a:noFill/>
          </a:ln>
        </p:spPr>
      </p:sp>
      <p:sp>
        <p:nvSpPr>
          <p:cNvPr id="298" name="Google Shape;298;p52"/>
          <p:cNvSpPr/>
          <p:nvPr>
            <p:ph idx="3" type="pic"/>
          </p:nvPr>
        </p:nvSpPr>
        <p:spPr>
          <a:xfrm>
            <a:off x="623450" y="2266600"/>
            <a:ext cx="8055000" cy="4785600"/>
          </a:xfrm>
          <a:prstGeom prst="rect">
            <a:avLst/>
          </a:prstGeom>
          <a:noFill/>
          <a:ln>
            <a:noFill/>
          </a:ln>
        </p:spPr>
      </p:sp>
      <p:sp>
        <p:nvSpPr>
          <p:cNvPr id="299" name="Google Shape;299;p52"/>
          <p:cNvSpPr txBox="1"/>
          <p:nvPr>
            <p:ph idx="4" type="body"/>
          </p:nvPr>
        </p:nvSpPr>
        <p:spPr>
          <a:xfrm>
            <a:off x="9609650" y="8160450"/>
            <a:ext cx="8055000" cy="18522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00" name="Google Shape;300;p5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01" name="Google Shape;301;p52"/>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02" name="Google Shape;302;p52"/>
          <p:cNvSpPr txBox="1"/>
          <p:nvPr>
            <p:ph idx="5" type="subTitle"/>
          </p:nvPr>
        </p:nvSpPr>
        <p:spPr>
          <a:xfrm>
            <a:off x="623450" y="7165800"/>
            <a:ext cx="8055000" cy="962400"/>
          </a:xfrm>
          <a:prstGeom prst="rect">
            <a:avLst/>
          </a:prstGeom>
        </p:spPr>
        <p:txBody>
          <a:bodyPr anchorCtr="0" anchor="t" bIns="182850" lIns="182850" spcFirstLastPara="1" rIns="182850" wrap="square" tIns="182850">
            <a:noAutofit/>
          </a:bodyPr>
          <a:lstStyle>
            <a:lvl1pPr lvl="0">
              <a:spcBef>
                <a:spcPts val="0"/>
              </a:spcBef>
              <a:spcAft>
                <a:spcPts val="0"/>
              </a:spcAft>
              <a:buSzPts val="3600"/>
              <a:buNone/>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03" name="Google Shape;303;p52"/>
          <p:cNvSpPr txBox="1"/>
          <p:nvPr>
            <p:ph idx="6" type="subTitle"/>
          </p:nvPr>
        </p:nvSpPr>
        <p:spPr>
          <a:xfrm>
            <a:off x="9609650" y="7165800"/>
            <a:ext cx="8055000" cy="962400"/>
          </a:xfrm>
          <a:prstGeom prst="rect">
            <a:avLst/>
          </a:prstGeom>
        </p:spPr>
        <p:txBody>
          <a:bodyPr anchorCtr="0" anchor="t" bIns="182850" lIns="182850" spcFirstLastPara="1" rIns="182850" wrap="square" tIns="182850">
            <a:noAutofit/>
          </a:bodyPr>
          <a:lstStyle>
            <a:lvl1pPr lvl="0">
              <a:spcBef>
                <a:spcPts val="0"/>
              </a:spcBef>
              <a:spcAft>
                <a:spcPts val="0"/>
              </a:spcAft>
              <a:buSzPts val="3600"/>
              <a:buNone/>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_1">
    <p:spTree>
      <p:nvGrpSpPr>
        <p:cNvPr id="304" name="Shape 304"/>
        <p:cNvGrpSpPr/>
        <p:nvPr/>
      </p:nvGrpSpPr>
      <p:grpSpPr>
        <a:xfrm>
          <a:off x="0" y="0"/>
          <a:ext cx="0" cy="0"/>
          <a:chOff x="0" y="0"/>
          <a:chExt cx="0" cy="0"/>
        </a:xfrm>
      </p:grpSpPr>
      <p:sp>
        <p:nvSpPr>
          <p:cNvPr id="305" name="Google Shape;305;p53"/>
          <p:cNvSpPr txBox="1"/>
          <p:nvPr>
            <p:ph idx="1" type="body"/>
          </p:nvPr>
        </p:nvSpPr>
        <p:spPr>
          <a:xfrm>
            <a:off x="623400" y="7823400"/>
            <a:ext cx="5254200" cy="20370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06" name="Google Shape;306;p53"/>
          <p:cNvSpPr/>
          <p:nvPr>
            <p:ph idx="2" type="pic"/>
          </p:nvPr>
        </p:nvSpPr>
        <p:spPr>
          <a:xfrm>
            <a:off x="12410450" y="2256650"/>
            <a:ext cx="5254200" cy="4546200"/>
          </a:xfrm>
          <a:prstGeom prst="rect">
            <a:avLst/>
          </a:prstGeom>
          <a:noFill/>
          <a:ln>
            <a:noFill/>
          </a:ln>
        </p:spPr>
      </p:sp>
      <p:sp>
        <p:nvSpPr>
          <p:cNvPr id="307" name="Google Shape;307;p53"/>
          <p:cNvSpPr/>
          <p:nvPr>
            <p:ph idx="3" type="pic"/>
          </p:nvPr>
        </p:nvSpPr>
        <p:spPr>
          <a:xfrm>
            <a:off x="623450" y="2256650"/>
            <a:ext cx="5254200" cy="4546200"/>
          </a:xfrm>
          <a:prstGeom prst="rect">
            <a:avLst/>
          </a:prstGeom>
          <a:noFill/>
          <a:ln>
            <a:noFill/>
          </a:ln>
        </p:spPr>
      </p:sp>
      <p:sp>
        <p:nvSpPr>
          <p:cNvPr id="308" name="Google Shape;308;p53"/>
          <p:cNvSpPr txBox="1"/>
          <p:nvPr>
            <p:ph idx="4" type="body"/>
          </p:nvPr>
        </p:nvSpPr>
        <p:spPr>
          <a:xfrm>
            <a:off x="12410450" y="7823400"/>
            <a:ext cx="5254200" cy="20370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09" name="Google Shape;309;p53"/>
          <p:cNvSpPr/>
          <p:nvPr>
            <p:ph idx="5" type="pic"/>
          </p:nvPr>
        </p:nvSpPr>
        <p:spPr>
          <a:xfrm>
            <a:off x="6510500" y="2256650"/>
            <a:ext cx="5254200" cy="4546200"/>
          </a:xfrm>
          <a:prstGeom prst="rect">
            <a:avLst/>
          </a:prstGeom>
          <a:noFill/>
          <a:ln>
            <a:noFill/>
          </a:ln>
        </p:spPr>
      </p:sp>
      <p:sp>
        <p:nvSpPr>
          <p:cNvPr id="310" name="Google Shape;310;p53"/>
          <p:cNvSpPr txBox="1"/>
          <p:nvPr>
            <p:ph idx="6" type="body"/>
          </p:nvPr>
        </p:nvSpPr>
        <p:spPr>
          <a:xfrm>
            <a:off x="6510500" y="7823400"/>
            <a:ext cx="5254200" cy="20370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11" name="Google Shape;311;p5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12" name="Google Shape;312;p53"/>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13" name="Google Shape;313;p53"/>
          <p:cNvSpPr txBox="1"/>
          <p:nvPr>
            <p:ph idx="7" type="subTitle"/>
          </p:nvPr>
        </p:nvSpPr>
        <p:spPr>
          <a:xfrm>
            <a:off x="623450" y="6861000"/>
            <a:ext cx="5254200" cy="962400"/>
          </a:xfrm>
          <a:prstGeom prst="rect">
            <a:avLst/>
          </a:prstGeom>
        </p:spPr>
        <p:txBody>
          <a:bodyPr anchorCtr="0" anchor="t" bIns="182850" lIns="182850" spcFirstLastPara="1" rIns="182850" wrap="square" tIns="182850">
            <a:noAutofit/>
          </a:bodyPr>
          <a:lstStyle>
            <a:lvl1pPr lvl="0">
              <a:spcBef>
                <a:spcPts val="0"/>
              </a:spcBef>
              <a:spcAft>
                <a:spcPts val="0"/>
              </a:spcAft>
              <a:buSzPts val="3600"/>
              <a:buNone/>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14" name="Google Shape;314;p53"/>
          <p:cNvSpPr txBox="1"/>
          <p:nvPr>
            <p:ph idx="8" type="subTitle"/>
          </p:nvPr>
        </p:nvSpPr>
        <p:spPr>
          <a:xfrm>
            <a:off x="12410450" y="6861000"/>
            <a:ext cx="5254200" cy="962400"/>
          </a:xfrm>
          <a:prstGeom prst="rect">
            <a:avLst/>
          </a:prstGeom>
        </p:spPr>
        <p:txBody>
          <a:bodyPr anchorCtr="0" anchor="t" bIns="182850" lIns="182850" spcFirstLastPara="1" rIns="182850" wrap="square" tIns="182850">
            <a:noAutofit/>
          </a:bodyPr>
          <a:lstStyle>
            <a:lvl1pPr lvl="0">
              <a:spcBef>
                <a:spcPts val="0"/>
              </a:spcBef>
              <a:spcAft>
                <a:spcPts val="0"/>
              </a:spcAft>
              <a:buSzPts val="3600"/>
              <a:buNone/>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15" name="Google Shape;315;p53"/>
          <p:cNvSpPr txBox="1"/>
          <p:nvPr>
            <p:ph idx="9" type="subTitle"/>
          </p:nvPr>
        </p:nvSpPr>
        <p:spPr>
          <a:xfrm>
            <a:off x="6510500" y="6861000"/>
            <a:ext cx="5254200" cy="962400"/>
          </a:xfrm>
          <a:prstGeom prst="rect">
            <a:avLst/>
          </a:prstGeom>
        </p:spPr>
        <p:txBody>
          <a:bodyPr anchorCtr="0" anchor="t" bIns="182850" lIns="182850" spcFirstLastPara="1" rIns="182850" wrap="square" tIns="182850">
            <a:noAutofit/>
          </a:bodyPr>
          <a:lstStyle>
            <a:lvl1pPr lvl="0">
              <a:spcBef>
                <a:spcPts val="0"/>
              </a:spcBef>
              <a:spcAft>
                <a:spcPts val="0"/>
              </a:spcAft>
              <a:buSzPts val="3600"/>
              <a:buNone/>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5">
    <p:bg>
      <p:bgPr>
        <a:solidFill>
          <a:srgbClr val="FFFFFF"/>
        </a:solidFill>
      </p:bgPr>
    </p:bg>
    <p:spTree>
      <p:nvGrpSpPr>
        <p:cNvPr id="316" name="Shape 316"/>
        <p:cNvGrpSpPr/>
        <p:nvPr/>
      </p:nvGrpSpPr>
      <p:grpSpPr>
        <a:xfrm>
          <a:off x="0" y="0"/>
          <a:ext cx="0" cy="0"/>
          <a:chOff x="0" y="0"/>
          <a:chExt cx="0" cy="0"/>
        </a:xfrm>
      </p:grpSpPr>
      <p:sp>
        <p:nvSpPr>
          <p:cNvPr id="317" name="Google Shape;317;p54"/>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18" name="Google Shape;318;p54"/>
          <p:cNvSpPr/>
          <p:nvPr/>
        </p:nvSpPr>
        <p:spPr>
          <a:xfrm>
            <a:off x="-537300" y="-976900"/>
            <a:ext cx="19538400" cy="11918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TITLE_ONLY_2">
    <p:spTree>
      <p:nvGrpSpPr>
        <p:cNvPr id="319" name="Shape 319"/>
        <p:cNvGrpSpPr/>
        <p:nvPr/>
      </p:nvGrpSpPr>
      <p:grpSpPr>
        <a:xfrm>
          <a:off x="0" y="0"/>
          <a:ext cx="0" cy="0"/>
          <a:chOff x="0" y="0"/>
          <a:chExt cx="0" cy="0"/>
        </a:xfrm>
      </p:grpSpPr>
      <p:sp>
        <p:nvSpPr>
          <p:cNvPr id="320" name="Google Shape;320;p55"/>
          <p:cNvSpPr txBox="1"/>
          <p:nvPr>
            <p:ph idx="12" type="sldNum"/>
          </p:nvPr>
        </p:nvSpPr>
        <p:spPr>
          <a:xfrm>
            <a:off x="16944916" y="9326434"/>
            <a:ext cx="1097400" cy="787200"/>
          </a:xfrm>
          <a:prstGeom prst="rect">
            <a:avLst/>
          </a:prstGeom>
        </p:spPr>
        <p:txBody>
          <a:bodyPr anchorCtr="0" anchor="ctr" bIns="91450" lIns="91450" spcFirstLastPara="1" rIns="91450" wrap="square" tIns="91450">
            <a:norm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TITLE_ONLY_3">
    <p:spTree>
      <p:nvGrpSpPr>
        <p:cNvPr id="321" name="Shape 321"/>
        <p:cNvGrpSpPr/>
        <p:nvPr/>
      </p:nvGrpSpPr>
      <p:grpSpPr>
        <a:xfrm>
          <a:off x="0" y="0"/>
          <a:ext cx="0" cy="0"/>
          <a:chOff x="0" y="0"/>
          <a:chExt cx="0" cy="0"/>
        </a:xfrm>
      </p:grpSpPr>
      <p:sp>
        <p:nvSpPr>
          <p:cNvPr id="322" name="Google Shape;322;p56"/>
          <p:cNvSpPr txBox="1"/>
          <p:nvPr>
            <p:ph idx="12" type="sldNum"/>
          </p:nvPr>
        </p:nvSpPr>
        <p:spPr>
          <a:xfrm>
            <a:off x="16944916" y="9326434"/>
            <a:ext cx="1097400" cy="787200"/>
          </a:xfrm>
          <a:prstGeom prst="rect">
            <a:avLst/>
          </a:prstGeom>
        </p:spPr>
        <p:txBody>
          <a:bodyPr anchorCtr="0" anchor="ctr" bIns="91450" lIns="91450" spcFirstLastPara="1" rIns="91450" wrap="square" tIns="91450">
            <a:norm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0.xml"/><Relationship Id="rId20" Type="http://schemas.openxmlformats.org/officeDocument/2006/relationships/slideLayout" Target="../slideLayouts/slideLayout30.xml"/><Relationship Id="rId42" Type="http://schemas.openxmlformats.org/officeDocument/2006/relationships/slideLayout" Target="../slideLayouts/slideLayout52.xml"/><Relationship Id="rId41" Type="http://schemas.openxmlformats.org/officeDocument/2006/relationships/slideLayout" Target="../slideLayouts/slideLayout51.xml"/><Relationship Id="rId22" Type="http://schemas.openxmlformats.org/officeDocument/2006/relationships/slideLayout" Target="../slideLayouts/slideLayout32.xml"/><Relationship Id="rId44" Type="http://schemas.openxmlformats.org/officeDocument/2006/relationships/slideLayout" Target="../slideLayouts/slideLayout54.xml"/><Relationship Id="rId21" Type="http://schemas.openxmlformats.org/officeDocument/2006/relationships/slideLayout" Target="../slideLayouts/slideLayout31.xml"/><Relationship Id="rId43" Type="http://schemas.openxmlformats.org/officeDocument/2006/relationships/slideLayout" Target="../slideLayouts/slideLayout53.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45" Type="http://schemas.openxmlformats.org/officeDocument/2006/relationships/theme" Target="../theme/theme3.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5" Type="http://schemas.openxmlformats.org/officeDocument/2006/relationships/slideLayout" Target="../slideLayouts/slideLayout15.xml"/><Relationship Id="rId6" Type="http://schemas.openxmlformats.org/officeDocument/2006/relationships/slideLayout" Target="../slideLayouts/slideLayout16.xml"/><Relationship Id="rId29" Type="http://schemas.openxmlformats.org/officeDocument/2006/relationships/slideLayout" Target="../slideLayouts/slideLayout39.xml"/><Relationship Id="rId7" Type="http://schemas.openxmlformats.org/officeDocument/2006/relationships/slideLayout" Target="../slideLayouts/slideLayout17.xml"/><Relationship Id="rId8" Type="http://schemas.openxmlformats.org/officeDocument/2006/relationships/slideLayout" Target="../slideLayouts/slideLayout18.xml"/><Relationship Id="rId31" Type="http://schemas.openxmlformats.org/officeDocument/2006/relationships/slideLayout" Target="../slideLayouts/slideLayout41.xml"/><Relationship Id="rId30" Type="http://schemas.openxmlformats.org/officeDocument/2006/relationships/slideLayout" Target="../slideLayouts/slideLayout40.xml"/><Relationship Id="rId11" Type="http://schemas.openxmlformats.org/officeDocument/2006/relationships/slideLayout" Target="../slideLayouts/slideLayout21.xml"/><Relationship Id="rId33" Type="http://schemas.openxmlformats.org/officeDocument/2006/relationships/slideLayout" Target="../slideLayouts/slideLayout43.xml"/><Relationship Id="rId10" Type="http://schemas.openxmlformats.org/officeDocument/2006/relationships/slideLayout" Target="../slideLayouts/slideLayout20.xml"/><Relationship Id="rId32" Type="http://schemas.openxmlformats.org/officeDocument/2006/relationships/slideLayout" Target="../slideLayouts/slideLayout42.xml"/><Relationship Id="rId13" Type="http://schemas.openxmlformats.org/officeDocument/2006/relationships/slideLayout" Target="../slideLayouts/slideLayout23.xml"/><Relationship Id="rId35" Type="http://schemas.openxmlformats.org/officeDocument/2006/relationships/slideLayout" Target="../slideLayouts/slideLayout45.xml"/><Relationship Id="rId12" Type="http://schemas.openxmlformats.org/officeDocument/2006/relationships/slideLayout" Target="../slideLayouts/slideLayout22.xml"/><Relationship Id="rId34" Type="http://schemas.openxmlformats.org/officeDocument/2006/relationships/slideLayout" Target="../slideLayouts/slideLayout44.xml"/><Relationship Id="rId15" Type="http://schemas.openxmlformats.org/officeDocument/2006/relationships/slideLayout" Target="../slideLayouts/slideLayout25.xml"/><Relationship Id="rId37" Type="http://schemas.openxmlformats.org/officeDocument/2006/relationships/slideLayout" Target="../slideLayouts/slideLayout47.xml"/><Relationship Id="rId14" Type="http://schemas.openxmlformats.org/officeDocument/2006/relationships/slideLayout" Target="../slideLayouts/slideLayout24.xml"/><Relationship Id="rId36" Type="http://schemas.openxmlformats.org/officeDocument/2006/relationships/slideLayout" Target="../slideLayouts/slideLayout46.xml"/><Relationship Id="rId17" Type="http://schemas.openxmlformats.org/officeDocument/2006/relationships/slideLayout" Target="../slideLayouts/slideLayout27.xml"/><Relationship Id="rId39" Type="http://schemas.openxmlformats.org/officeDocument/2006/relationships/slideLayout" Target="../slideLayouts/slideLayout49.xml"/><Relationship Id="rId16" Type="http://schemas.openxmlformats.org/officeDocument/2006/relationships/slideLayout" Target="../slideLayouts/slideLayout26.xml"/><Relationship Id="rId38" Type="http://schemas.openxmlformats.org/officeDocument/2006/relationships/slideLayout" Target="../slideLayouts/slideLayout48.xml"/><Relationship Id="rId19" Type="http://schemas.openxmlformats.org/officeDocument/2006/relationships/slideLayout" Target="../slideLayouts/slideLayout29.xml"/><Relationship Id="rId1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spcBef>
                <a:spcPts val="0"/>
              </a:spcBef>
              <a:spcAft>
                <a:spcPts val="0"/>
              </a:spcAft>
              <a:buClr>
                <a:schemeClr val="dk1"/>
              </a:buClr>
              <a:buSzPts val="5600"/>
              <a:buNone/>
              <a:defRPr sz="5600">
                <a:solidFill>
                  <a:schemeClr val="dk1"/>
                </a:solidFill>
              </a:defRPr>
            </a:lvl1pPr>
            <a:lvl2pPr lvl="1">
              <a:spcBef>
                <a:spcPts val="0"/>
              </a:spcBef>
              <a:spcAft>
                <a:spcPts val="0"/>
              </a:spcAft>
              <a:buClr>
                <a:schemeClr val="dk1"/>
              </a:buClr>
              <a:buSzPts val="5600"/>
              <a:buNone/>
              <a:defRPr sz="5600">
                <a:solidFill>
                  <a:schemeClr val="dk1"/>
                </a:solidFill>
              </a:defRPr>
            </a:lvl2pPr>
            <a:lvl3pPr lvl="2">
              <a:spcBef>
                <a:spcPts val="0"/>
              </a:spcBef>
              <a:spcAft>
                <a:spcPts val="0"/>
              </a:spcAft>
              <a:buClr>
                <a:schemeClr val="dk1"/>
              </a:buClr>
              <a:buSzPts val="5600"/>
              <a:buNone/>
              <a:defRPr sz="5600">
                <a:solidFill>
                  <a:schemeClr val="dk1"/>
                </a:solidFill>
              </a:defRPr>
            </a:lvl3pPr>
            <a:lvl4pPr lvl="3">
              <a:spcBef>
                <a:spcPts val="0"/>
              </a:spcBef>
              <a:spcAft>
                <a:spcPts val="0"/>
              </a:spcAft>
              <a:buClr>
                <a:schemeClr val="dk1"/>
              </a:buClr>
              <a:buSzPts val="5600"/>
              <a:buNone/>
              <a:defRPr sz="5600">
                <a:solidFill>
                  <a:schemeClr val="dk1"/>
                </a:solidFill>
              </a:defRPr>
            </a:lvl4pPr>
            <a:lvl5pPr lvl="4">
              <a:spcBef>
                <a:spcPts val="0"/>
              </a:spcBef>
              <a:spcAft>
                <a:spcPts val="0"/>
              </a:spcAft>
              <a:buClr>
                <a:schemeClr val="dk1"/>
              </a:buClr>
              <a:buSzPts val="5600"/>
              <a:buNone/>
              <a:defRPr sz="5600">
                <a:solidFill>
                  <a:schemeClr val="dk1"/>
                </a:solidFill>
              </a:defRPr>
            </a:lvl5pPr>
            <a:lvl6pPr lvl="5">
              <a:spcBef>
                <a:spcPts val="0"/>
              </a:spcBef>
              <a:spcAft>
                <a:spcPts val="0"/>
              </a:spcAft>
              <a:buClr>
                <a:schemeClr val="dk1"/>
              </a:buClr>
              <a:buSzPts val="5600"/>
              <a:buNone/>
              <a:defRPr sz="5600">
                <a:solidFill>
                  <a:schemeClr val="dk1"/>
                </a:solidFill>
              </a:defRPr>
            </a:lvl6pPr>
            <a:lvl7pPr lvl="6">
              <a:spcBef>
                <a:spcPts val="0"/>
              </a:spcBef>
              <a:spcAft>
                <a:spcPts val="0"/>
              </a:spcAft>
              <a:buClr>
                <a:schemeClr val="dk1"/>
              </a:buClr>
              <a:buSzPts val="5600"/>
              <a:buNone/>
              <a:defRPr sz="5600">
                <a:solidFill>
                  <a:schemeClr val="dk1"/>
                </a:solidFill>
              </a:defRPr>
            </a:lvl7pPr>
            <a:lvl8pPr lvl="7">
              <a:spcBef>
                <a:spcPts val="0"/>
              </a:spcBef>
              <a:spcAft>
                <a:spcPts val="0"/>
              </a:spcAft>
              <a:buClr>
                <a:schemeClr val="dk1"/>
              </a:buClr>
              <a:buSzPts val="5600"/>
              <a:buNone/>
              <a:defRPr sz="5600">
                <a:solidFill>
                  <a:schemeClr val="dk1"/>
                </a:solidFill>
              </a:defRPr>
            </a:lvl8pPr>
            <a:lvl9pPr lvl="8">
              <a:spcBef>
                <a:spcPts val="0"/>
              </a:spcBef>
              <a:spcAft>
                <a:spcPts val="0"/>
              </a:spcAft>
              <a:buClr>
                <a:schemeClr val="dk1"/>
              </a:buClr>
              <a:buSzPts val="5600"/>
              <a:buNone/>
              <a:defRPr sz="5600">
                <a:solidFill>
                  <a:schemeClr val="dk1"/>
                </a:solidFill>
              </a:defRPr>
            </a:lvl9pPr>
          </a:lstStyle>
          <a:p/>
        </p:txBody>
      </p:sp>
      <p:sp>
        <p:nvSpPr>
          <p:cNvPr id="7" name="Google Shape;7;p1"/>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nSpc>
                <a:spcPct val="115000"/>
              </a:lnSpc>
              <a:spcBef>
                <a:spcPts val="0"/>
              </a:spcBef>
              <a:spcAft>
                <a:spcPts val="0"/>
              </a:spcAft>
              <a:buClr>
                <a:schemeClr val="dk2"/>
              </a:buClr>
              <a:buSzPts val="3600"/>
              <a:buChar char="●"/>
              <a:defRPr sz="3600">
                <a:solidFill>
                  <a:schemeClr val="dk2"/>
                </a:solidFill>
              </a:defRPr>
            </a:lvl1pPr>
            <a:lvl2pPr indent="-406400" lvl="1" marL="914400">
              <a:lnSpc>
                <a:spcPct val="115000"/>
              </a:lnSpc>
              <a:spcBef>
                <a:spcPts val="0"/>
              </a:spcBef>
              <a:spcAft>
                <a:spcPts val="0"/>
              </a:spcAft>
              <a:buClr>
                <a:schemeClr val="dk2"/>
              </a:buClr>
              <a:buSzPts val="2800"/>
              <a:buChar char="○"/>
              <a:defRPr sz="2800">
                <a:solidFill>
                  <a:schemeClr val="dk2"/>
                </a:solidFill>
              </a:defRPr>
            </a:lvl2pPr>
            <a:lvl3pPr indent="-406400" lvl="2" marL="1371600">
              <a:lnSpc>
                <a:spcPct val="115000"/>
              </a:lnSpc>
              <a:spcBef>
                <a:spcPts val="0"/>
              </a:spcBef>
              <a:spcAft>
                <a:spcPts val="0"/>
              </a:spcAft>
              <a:buClr>
                <a:schemeClr val="dk2"/>
              </a:buClr>
              <a:buSzPts val="2800"/>
              <a:buChar char="■"/>
              <a:defRPr sz="2800">
                <a:solidFill>
                  <a:schemeClr val="dk2"/>
                </a:solidFill>
              </a:defRPr>
            </a:lvl3pPr>
            <a:lvl4pPr indent="-406400" lvl="3" marL="1828800">
              <a:lnSpc>
                <a:spcPct val="115000"/>
              </a:lnSpc>
              <a:spcBef>
                <a:spcPts val="0"/>
              </a:spcBef>
              <a:spcAft>
                <a:spcPts val="0"/>
              </a:spcAft>
              <a:buClr>
                <a:schemeClr val="dk2"/>
              </a:buClr>
              <a:buSzPts val="2800"/>
              <a:buChar char="●"/>
              <a:defRPr sz="2800">
                <a:solidFill>
                  <a:schemeClr val="dk2"/>
                </a:solidFill>
              </a:defRPr>
            </a:lvl4pPr>
            <a:lvl5pPr indent="-406400" lvl="4" marL="2286000">
              <a:lnSpc>
                <a:spcPct val="115000"/>
              </a:lnSpc>
              <a:spcBef>
                <a:spcPts val="0"/>
              </a:spcBef>
              <a:spcAft>
                <a:spcPts val="0"/>
              </a:spcAft>
              <a:buClr>
                <a:schemeClr val="dk2"/>
              </a:buClr>
              <a:buSzPts val="2800"/>
              <a:buChar char="○"/>
              <a:defRPr sz="2800">
                <a:solidFill>
                  <a:schemeClr val="dk2"/>
                </a:solidFill>
              </a:defRPr>
            </a:lvl5pPr>
            <a:lvl6pPr indent="-406400" lvl="5" marL="2743200">
              <a:lnSpc>
                <a:spcPct val="115000"/>
              </a:lnSpc>
              <a:spcBef>
                <a:spcPts val="0"/>
              </a:spcBef>
              <a:spcAft>
                <a:spcPts val="0"/>
              </a:spcAft>
              <a:buClr>
                <a:schemeClr val="dk2"/>
              </a:buClr>
              <a:buSzPts val="2800"/>
              <a:buChar char="■"/>
              <a:defRPr sz="2800">
                <a:solidFill>
                  <a:schemeClr val="dk2"/>
                </a:solidFill>
              </a:defRPr>
            </a:lvl6pPr>
            <a:lvl7pPr indent="-406400" lvl="6" marL="3200400">
              <a:lnSpc>
                <a:spcPct val="115000"/>
              </a:lnSpc>
              <a:spcBef>
                <a:spcPts val="0"/>
              </a:spcBef>
              <a:spcAft>
                <a:spcPts val="0"/>
              </a:spcAft>
              <a:buClr>
                <a:schemeClr val="dk2"/>
              </a:buClr>
              <a:buSzPts val="2800"/>
              <a:buChar char="●"/>
              <a:defRPr sz="2800">
                <a:solidFill>
                  <a:schemeClr val="dk2"/>
                </a:solidFill>
              </a:defRPr>
            </a:lvl7pPr>
            <a:lvl8pPr indent="-406400" lvl="7" marL="3657600">
              <a:lnSpc>
                <a:spcPct val="115000"/>
              </a:lnSpc>
              <a:spcBef>
                <a:spcPts val="0"/>
              </a:spcBef>
              <a:spcAft>
                <a:spcPts val="0"/>
              </a:spcAft>
              <a:buClr>
                <a:schemeClr val="dk2"/>
              </a:buClr>
              <a:buSzPts val="2800"/>
              <a:buChar char="○"/>
              <a:defRPr sz="2800">
                <a:solidFill>
                  <a:schemeClr val="dk2"/>
                </a:solidFill>
              </a:defRPr>
            </a:lvl8pPr>
            <a:lvl9pPr indent="-406400" lvl="8" marL="4114800">
              <a:lnSpc>
                <a:spcPct val="115000"/>
              </a:lnSpc>
              <a:spcBef>
                <a:spcPts val="0"/>
              </a:spcBef>
              <a:spcAft>
                <a:spcPts val="0"/>
              </a:spcAft>
              <a:buClr>
                <a:schemeClr val="dk2"/>
              </a:buClr>
              <a:buSzPts val="2800"/>
              <a:buChar char="■"/>
              <a:defRPr sz="2800">
                <a:solidFill>
                  <a:schemeClr val="dk2"/>
                </a:solidFill>
              </a:defRPr>
            </a:lvl9pPr>
          </a:lstStyle>
          <a:p/>
        </p:txBody>
      </p:sp>
      <p:sp>
        <p:nvSpPr>
          <p:cNvPr id="8" name="Google Shape;8;p1"/>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lvl="0" algn="r">
              <a:buNone/>
              <a:defRPr sz="2000">
                <a:solidFill>
                  <a:schemeClr val="dk2"/>
                </a:solidFill>
              </a:defRPr>
            </a:lvl1pPr>
            <a:lvl2pPr lvl="1" algn="r">
              <a:buNone/>
              <a:defRPr sz="2000">
                <a:solidFill>
                  <a:schemeClr val="dk2"/>
                </a:solidFill>
              </a:defRPr>
            </a:lvl2pPr>
            <a:lvl3pPr lvl="2" algn="r">
              <a:buNone/>
              <a:defRPr sz="2000">
                <a:solidFill>
                  <a:schemeClr val="dk2"/>
                </a:solidFill>
              </a:defRPr>
            </a:lvl3pPr>
            <a:lvl4pPr lvl="3" algn="r">
              <a:buNone/>
              <a:defRPr sz="2000">
                <a:solidFill>
                  <a:schemeClr val="dk2"/>
                </a:solidFill>
              </a:defRPr>
            </a:lvl4pPr>
            <a:lvl5pPr lvl="4" algn="r">
              <a:buNone/>
              <a:defRPr sz="2000">
                <a:solidFill>
                  <a:schemeClr val="dk2"/>
                </a:solidFill>
              </a:defRPr>
            </a:lvl5pPr>
            <a:lvl6pPr lvl="5" algn="r">
              <a:buNone/>
              <a:defRPr sz="2000">
                <a:solidFill>
                  <a:schemeClr val="dk2"/>
                </a:solidFill>
              </a:defRPr>
            </a:lvl6pPr>
            <a:lvl7pPr lvl="6" algn="r">
              <a:buNone/>
              <a:defRPr sz="2000">
                <a:solidFill>
                  <a:schemeClr val="dk2"/>
                </a:solidFill>
              </a:defRPr>
            </a:lvl7pPr>
            <a:lvl8pPr lvl="7" algn="r">
              <a:buNone/>
              <a:defRPr sz="2000">
                <a:solidFill>
                  <a:schemeClr val="dk2"/>
                </a:solidFill>
              </a:defRPr>
            </a:lvl8pPr>
            <a:lvl9pPr lvl="8" algn="r">
              <a:buNone/>
              <a:defRPr sz="2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1pPr>
            <a:lvl2pPr lvl="1">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2pPr>
            <a:lvl3pPr lvl="2">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3pPr>
            <a:lvl4pPr lvl="3">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4pPr>
            <a:lvl5pPr lvl="4">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5pPr>
            <a:lvl6pPr lvl="5">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6pPr>
            <a:lvl7pPr lvl="6">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7pPr>
            <a:lvl8pPr lvl="7">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8pPr>
            <a:lvl9pPr lvl="8">
              <a:spcBef>
                <a:spcPts val="0"/>
              </a:spcBef>
              <a:spcAft>
                <a:spcPts val="0"/>
              </a:spcAft>
              <a:buClr>
                <a:schemeClr val="dk1"/>
              </a:buClr>
              <a:buSzPts val="5600"/>
              <a:buFont typeface="Roboto Mono"/>
              <a:buNone/>
              <a:defRPr b="1" sz="5600">
                <a:solidFill>
                  <a:schemeClr val="dk1"/>
                </a:solidFill>
                <a:latin typeface="Roboto Mono"/>
                <a:ea typeface="Roboto Mono"/>
                <a:cs typeface="Roboto Mono"/>
                <a:sym typeface="Roboto Mono"/>
              </a:defRPr>
            </a:lvl9pPr>
          </a:lstStyle>
          <a:p/>
        </p:txBody>
      </p:sp>
      <p:sp>
        <p:nvSpPr>
          <p:cNvPr id="52" name="Google Shape;52;p13"/>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spcBef>
                <a:spcPts val="0"/>
              </a:spcBef>
              <a:spcAft>
                <a:spcPts val="0"/>
              </a:spcAft>
              <a:buClr>
                <a:schemeClr val="dk1"/>
              </a:buClr>
              <a:buSzPts val="3600"/>
              <a:buFont typeface="Inter"/>
              <a:buChar char="●"/>
              <a:defRPr sz="3600">
                <a:solidFill>
                  <a:schemeClr val="dk1"/>
                </a:solidFill>
                <a:latin typeface="Inter"/>
                <a:ea typeface="Inter"/>
                <a:cs typeface="Inter"/>
                <a:sym typeface="Inter"/>
              </a:defRPr>
            </a:lvl1pPr>
            <a:lvl2pPr indent="-406400" lvl="1" marL="914400">
              <a:spcBef>
                <a:spcPts val="0"/>
              </a:spcBef>
              <a:spcAft>
                <a:spcPts val="0"/>
              </a:spcAft>
              <a:buClr>
                <a:schemeClr val="dk1"/>
              </a:buClr>
              <a:buSzPts val="2800"/>
              <a:buFont typeface="Inter"/>
              <a:buChar char="○"/>
              <a:defRPr sz="2800">
                <a:solidFill>
                  <a:schemeClr val="dk1"/>
                </a:solidFill>
                <a:latin typeface="Inter"/>
                <a:ea typeface="Inter"/>
                <a:cs typeface="Inter"/>
                <a:sym typeface="Inter"/>
              </a:defRPr>
            </a:lvl2pPr>
            <a:lvl3pPr indent="-406400" lvl="2" marL="1371600">
              <a:spcBef>
                <a:spcPts val="0"/>
              </a:spcBef>
              <a:spcAft>
                <a:spcPts val="0"/>
              </a:spcAft>
              <a:buClr>
                <a:schemeClr val="dk1"/>
              </a:buClr>
              <a:buSzPts val="2800"/>
              <a:buFont typeface="Inter"/>
              <a:buChar char="■"/>
              <a:defRPr sz="2800">
                <a:solidFill>
                  <a:schemeClr val="dk1"/>
                </a:solidFill>
                <a:latin typeface="Inter"/>
                <a:ea typeface="Inter"/>
                <a:cs typeface="Inter"/>
                <a:sym typeface="Inter"/>
              </a:defRPr>
            </a:lvl3pPr>
            <a:lvl4pPr indent="-406400" lvl="3" marL="1828800">
              <a:spcBef>
                <a:spcPts val="0"/>
              </a:spcBef>
              <a:spcAft>
                <a:spcPts val="0"/>
              </a:spcAft>
              <a:buClr>
                <a:schemeClr val="dk1"/>
              </a:buClr>
              <a:buSzPts val="2800"/>
              <a:buFont typeface="Inter"/>
              <a:buChar char="●"/>
              <a:defRPr sz="2800">
                <a:solidFill>
                  <a:schemeClr val="dk1"/>
                </a:solidFill>
                <a:latin typeface="Inter"/>
                <a:ea typeface="Inter"/>
                <a:cs typeface="Inter"/>
                <a:sym typeface="Inter"/>
              </a:defRPr>
            </a:lvl4pPr>
            <a:lvl5pPr indent="-406400" lvl="4" marL="2286000">
              <a:spcBef>
                <a:spcPts val="0"/>
              </a:spcBef>
              <a:spcAft>
                <a:spcPts val="0"/>
              </a:spcAft>
              <a:buClr>
                <a:schemeClr val="dk1"/>
              </a:buClr>
              <a:buSzPts val="2800"/>
              <a:buFont typeface="Inter"/>
              <a:buChar char="○"/>
              <a:defRPr sz="2800">
                <a:solidFill>
                  <a:schemeClr val="dk1"/>
                </a:solidFill>
                <a:latin typeface="Inter"/>
                <a:ea typeface="Inter"/>
                <a:cs typeface="Inter"/>
                <a:sym typeface="Inter"/>
              </a:defRPr>
            </a:lvl5pPr>
            <a:lvl6pPr indent="-406400" lvl="5" marL="2743200">
              <a:spcBef>
                <a:spcPts val="0"/>
              </a:spcBef>
              <a:spcAft>
                <a:spcPts val="0"/>
              </a:spcAft>
              <a:buClr>
                <a:schemeClr val="dk1"/>
              </a:buClr>
              <a:buSzPts val="2800"/>
              <a:buFont typeface="Inter"/>
              <a:buChar char="■"/>
              <a:defRPr sz="2800">
                <a:solidFill>
                  <a:schemeClr val="dk1"/>
                </a:solidFill>
                <a:latin typeface="Inter"/>
                <a:ea typeface="Inter"/>
                <a:cs typeface="Inter"/>
                <a:sym typeface="Inter"/>
              </a:defRPr>
            </a:lvl6pPr>
            <a:lvl7pPr indent="-406400" lvl="6" marL="3200400">
              <a:spcBef>
                <a:spcPts val="0"/>
              </a:spcBef>
              <a:spcAft>
                <a:spcPts val="0"/>
              </a:spcAft>
              <a:buClr>
                <a:schemeClr val="dk1"/>
              </a:buClr>
              <a:buSzPts val="2800"/>
              <a:buFont typeface="Inter"/>
              <a:buChar char="●"/>
              <a:defRPr sz="2800">
                <a:solidFill>
                  <a:schemeClr val="dk1"/>
                </a:solidFill>
                <a:latin typeface="Inter"/>
                <a:ea typeface="Inter"/>
                <a:cs typeface="Inter"/>
                <a:sym typeface="Inter"/>
              </a:defRPr>
            </a:lvl7pPr>
            <a:lvl8pPr indent="-406400" lvl="7" marL="3657600">
              <a:spcBef>
                <a:spcPts val="0"/>
              </a:spcBef>
              <a:spcAft>
                <a:spcPts val="0"/>
              </a:spcAft>
              <a:buClr>
                <a:schemeClr val="dk1"/>
              </a:buClr>
              <a:buSzPts val="2800"/>
              <a:buFont typeface="Inter"/>
              <a:buChar char="○"/>
              <a:defRPr sz="2800">
                <a:solidFill>
                  <a:schemeClr val="dk1"/>
                </a:solidFill>
                <a:latin typeface="Inter"/>
                <a:ea typeface="Inter"/>
                <a:cs typeface="Inter"/>
                <a:sym typeface="Inter"/>
              </a:defRPr>
            </a:lvl8pPr>
            <a:lvl9pPr indent="-406400" lvl="8" marL="4114800">
              <a:spcBef>
                <a:spcPts val="0"/>
              </a:spcBef>
              <a:spcAft>
                <a:spcPts val="0"/>
              </a:spcAft>
              <a:buClr>
                <a:schemeClr val="dk1"/>
              </a:buClr>
              <a:buSzPts val="2800"/>
              <a:buFont typeface="Inter"/>
              <a:buChar char="■"/>
              <a:defRPr sz="2800">
                <a:solidFill>
                  <a:schemeClr val="dk1"/>
                </a:solidFill>
                <a:latin typeface="Inter"/>
                <a:ea typeface="Inter"/>
                <a:cs typeface="Inter"/>
                <a:sym typeface="Inter"/>
              </a:defRPr>
            </a:lvl9pPr>
          </a:lstStyle>
          <a:p/>
        </p:txBody>
      </p:sp>
      <p:sp>
        <p:nvSpPr>
          <p:cNvPr id="53" name="Google Shape;53;p13"/>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lvl="0" algn="r">
              <a:buNone/>
              <a:defRPr sz="2000">
                <a:solidFill>
                  <a:schemeClr val="dk2"/>
                </a:solidFill>
              </a:defRPr>
            </a:lvl1pPr>
            <a:lvl2pPr lvl="1" algn="r">
              <a:buNone/>
              <a:defRPr sz="2000">
                <a:solidFill>
                  <a:schemeClr val="dk2"/>
                </a:solidFill>
              </a:defRPr>
            </a:lvl2pPr>
            <a:lvl3pPr lvl="2" algn="r">
              <a:buNone/>
              <a:defRPr sz="2000">
                <a:solidFill>
                  <a:schemeClr val="dk2"/>
                </a:solidFill>
              </a:defRPr>
            </a:lvl3pPr>
            <a:lvl4pPr lvl="3" algn="r">
              <a:buNone/>
              <a:defRPr sz="2000">
                <a:solidFill>
                  <a:schemeClr val="dk2"/>
                </a:solidFill>
              </a:defRPr>
            </a:lvl4pPr>
            <a:lvl5pPr lvl="4" algn="r">
              <a:buNone/>
              <a:defRPr sz="2000">
                <a:solidFill>
                  <a:schemeClr val="dk2"/>
                </a:solidFill>
              </a:defRPr>
            </a:lvl5pPr>
            <a:lvl6pPr lvl="5" algn="r">
              <a:buNone/>
              <a:defRPr sz="2000">
                <a:solidFill>
                  <a:schemeClr val="dk2"/>
                </a:solidFill>
              </a:defRPr>
            </a:lvl6pPr>
            <a:lvl7pPr lvl="6" algn="r">
              <a:buNone/>
              <a:defRPr sz="2000">
                <a:solidFill>
                  <a:schemeClr val="dk2"/>
                </a:solidFill>
              </a:defRPr>
            </a:lvl7pPr>
            <a:lvl8pPr lvl="7" algn="r">
              <a:buNone/>
              <a:defRPr sz="2000">
                <a:solidFill>
                  <a:schemeClr val="dk2"/>
                </a:solidFill>
              </a:defRPr>
            </a:lvl8pPr>
            <a:lvl9pPr lvl="8" algn="r">
              <a:buNone/>
              <a:defRPr sz="2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id="54" name="Google Shape;54;p13"/>
          <p:cNvPicPr preferRelativeResize="0"/>
          <p:nvPr/>
        </p:nvPicPr>
        <p:blipFill>
          <a:blip r:embed="rId1">
            <a:alphaModFix/>
          </a:blip>
          <a:stretch>
            <a:fillRect/>
          </a:stretch>
        </p:blipFill>
        <p:spPr>
          <a:xfrm>
            <a:off x="16139575" y="9758001"/>
            <a:ext cx="1969824" cy="2155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88" r:id="rId31"/>
    <p:sldLayoutId id="2147483689" r:id="rId32"/>
    <p:sldLayoutId id="2147483690" r:id="rId33"/>
    <p:sldLayoutId id="2147483691" r:id="rId34"/>
    <p:sldLayoutId id="2147483692" r:id="rId35"/>
    <p:sldLayoutId id="2147483693" r:id="rId36"/>
    <p:sldLayoutId id="2147483694" r:id="rId37"/>
    <p:sldLayoutId id="2147483695" r:id="rId38"/>
    <p:sldLayoutId id="2147483696" r:id="rId39"/>
    <p:sldLayoutId id="2147483697" r:id="rId40"/>
    <p:sldLayoutId id="2147483698" r:id="rId41"/>
    <p:sldLayoutId id="2147483699" r:id="rId42"/>
    <p:sldLayoutId id="2147483700" r:id="rId43"/>
    <p:sldLayoutId id="2147483701"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5.png"/><Relationship Id="rId9"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image" Target="../media/image12.png"/><Relationship Id="rId8"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2.xml"/><Relationship Id="rId3" Type="http://schemas.openxmlformats.org/officeDocument/2006/relationships/image" Target="../media/image11.jpg"/><Relationship Id="rId4"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3.xml"/><Relationship Id="rId3" Type="http://schemas.openxmlformats.org/officeDocument/2006/relationships/image" Target="../media/image11.jpg"/><Relationship Id="rId4"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4.xml"/><Relationship Id="rId3" Type="http://schemas.openxmlformats.org/officeDocument/2006/relationships/image" Target="../media/image11.jpg"/><Relationship Id="rId4"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7"/>
          <p:cNvSpPr txBox="1"/>
          <p:nvPr>
            <p:ph idx="4294967295" type="title"/>
          </p:nvPr>
        </p:nvSpPr>
        <p:spPr>
          <a:xfrm>
            <a:off x="623400" y="3872550"/>
            <a:ext cx="17041200" cy="1145400"/>
          </a:xfrm>
          <a:prstGeom prst="rect">
            <a:avLst/>
          </a:prstGeom>
        </p:spPr>
        <p:txBody>
          <a:bodyPr anchorCtr="0" anchor="b" bIns="91450" lIns="91450" spcFirstLastPara="1" rIns="91450" wrap="square" tIns="91450">
            <a:noAutofit/>
          </a:bodyPr>
          <a:lstStyle/>
          <a:p>
            <a:pPr indent="0" lvl="0" marL="0" rtl="0" algn="l">
              <a:spcBef>
                <a:spcPts val="0"/>
              </a:spcBef>
              <a:spcAft>
                <a:spcPts val="0"/>
              </a:spcAft>
              <a:buNone/>
            </a:pPr>
            <a:r>
              <a:rPr lang="en" sz="4800">
                <a:latin typeface="Roboto Mono SemiBold"/>
                <a:ea typeface="Roboto Mono SemiBold"/>
                <a:cs typeface="Roboto Mono SemiBold"/>
                <a:sym typeface="Roboto Mono SemiBold"/>
              </a:rPr>
              <a:t>drinkpoppi</a:t>
            </a:r>
            <a:endParaRPr sz="4800">
              <a:latin typeface="Roboto Mono SemiBold"/>
              <a:ea typeface="Roboto Mono SemiBold"/>
              <a:cs typeface="Roboto Mono SemiBold"/>
              <a:sym typeface="Roboto Mono SemiBold"/>
            </a:endParaRPr>
          </a:p>
        </p:txBody>
      </p:sp>
      <p:sp>
        <p:nvSpPr>
          <p:cNvPr id="328" name="Google Shape;328;p57"/>
          <p:cNvSpPr txBox="1"/>
          <p:nvPr/>
        </p:nvSpPr>
        <p:spPr>
          <a:xfrm>
            <a:off x="623400" y="9211400"/>
            <a:ext cx="6335700" cy="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Roboto Mono Medium"/>
                <a:ea typeface="Roboto Mono Medium"/>
                <a:cs typeface="Roboto Mono Medium"/>
                <a:sym typeface="Roboto Mono Medium"/>
              </a:rPr>
              <a:t>2026-02-11</a:t>
            </a:r>
            <a:endParaRPr>
              <a:latin typeface="Roboto Mono Medium"/>
              <a:ea typeface="Roboto Mono Medium"/>
              <a:cs typeface="Roboto Mono Medium"/>
              <a:sym typeface="Roboto Mono Medium"/>
            </a:endParaRPr>
          </a:p>
        </p:txBody>
      </p:sp>
      <p:grpSp>
        <p:nvGrpSpPr>
          <p:cNvPr id="329" name="Google Shape;329;p57"/>
          <p:cNvGrpSpPr/>
          <p:nvPr/>
        </p:nvGrpSpPr>
        <p:grpSpPr>
          <a:xfrm>
            <a:off x="623388" y="5334250"/>
            <a:ext cx="15150060" cy="1324800"/>
            <a:chOff x="693125" y="512875"/>
            <a:chExt cx="3250946" cy="662400"/>
          </a:xfrm>
        </p:grpSpPr>
        <p:sp>
          <p:nvSpPr>
            <p:cNvPr id="330" name="Google Shape;330;p57"/>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331" name="Google Shape;331;p57"/>
            <p:cNvSpPr/>
            <p:nvPr/>
          </p:nvSpPr>
          <p:spPr>
            <a:xfrm>
              <a:off x="720271"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lang="en" sz="3000">
                  <a:solidFill>
                    <a:schemeClr val="dk1"/>
                  </a:solidFill>
                  <a:latin typeface="Roboto Mono SemiBold"/>
                  <a:ea typeface="Roboto Mono SemiBold"/>
                  <a:cs typeface="Roboto Mono SemiBold"/>
                  <a:sym typeface="Roboto Mono SemiBold"/>
                </a:rPr>
                <a:t>Instagram</a:t>
              </a:r>
              <a:r>
                <a:rPr lang="en" sz="3000">
                  <a:solidFill>
                    <a:schemeClr val="dk1"/>
                  </a:solidFill>
                  <a:latin typeface="Roboto Mono SemiBold"/>
                  <a:ea typeface="Roboto Mono SemiBold"/>
                  <a:cs typeface="Roboto Mono SemiBold"/>
                  <a:sym typeface="Roboto Mono SemiBold"/>
                </a:rPr>
                <a:t> Profile Analysis Presentation</a:t>
              </a:r>
              <a:endParaRPr b="1" sz="3600">
                <a:solidFill>
                  <a:schemeClr val="dk1"/>
                </a:solidFill>
                <a:latin typeface="Roboto Mono"/>
                <a:ea typeface="Roboto Mono"/>
                <a:cs typeface="Roboto Mono"/>
                <a:sym typeface="Roboto Mono"/>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grpSp>
        <p:nvGrpSpPr>
          <p:cNvPr id="336" name="Google Shape;336;p58"/>
          <p:cNvGrpSpPr/>
          <p:nvPr/>
        </p:nvGrpSpPr>
        <p:grpSpPr>
          <a:xfrm>
            <a:off x="612875" y="1478675"/>
            <a:ext cx="6600000" cy="1324800"/>
            <a:chOff x="693125" y="512875"/>
            <a:chExt cx="3300000" cy="662400"/>
          </a:xfrm>
        </p:grpSpPr>
        <p:sp>
          <p:nvSpPr>
            <p:cNvPr id="337" name="Google Shape;337;p58"/>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338" name="Google Shape;338;p58"/>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How to use this deck</a:t>
              </a:r>
              <a:endParaRPr sz="3600">
                <a:latin typeface="Inter"/>
                <a:ea typeface="Inter"/>
                <a:cs typeface="Inter"/>
                <a:sym typeface="Inter"/>
              </a:endParaRPr>
            </a:p>
          </p:txBody>
        </p:sp>
      </p:grpSp>
      <p:sp>
        <p:nvSpPr>
          <p:cNvPr id="339" name="Google Shape;339;p58"/>
          <p:cNvSpPr txBox="1"/>
          <p:nvPr>
            <p:ph idx="4294967295" type="body"/>
          </p:nvPr>
        </p:nvSpPr>
        <p:spPr>
          <a:xfrm>
            <a:off x="1325250" y="3064575"/>
            <a:ext cx="10311900" cy="6108600"/>
          </a:xfrm>
          <a:prstGeom prst="rect">
            <a:avLst/>
          </a:prstGeom>
        </p:spPr>
        <p:txBody>
          <a:bodyPr anchorCtr="0" anchor="ctr" bIns="182850" lIns="182850" spcFirstLastPara="1" rIns="182850" wrap="square" tIns="182850">
            <a:noAutofit/>
          </a:bodyPr>
          <a:lstStyle/>
          <a:p>
            <a:pPr indent="0" lvl="0" marL="0" rtl="0" algn="l">
              <a:spcBef>
                <a:spcPts val="0"/>
              </a:spcBef>
              <a:spcAft>
                <a:spcPts val="0"/>
              </a:spcAft>
              <a:buClr>
                <a:schemeClr val="dk1"/>
              </a:buClr>
              <a:buSzPts val="275"/>
              <a:buFont typeface="Arial"/>
              <a:buNone/>
            </a:pPr>
            <a:r>
              <a:rPr lang="en" sz="2200">
                <a:latin typeface="Roboto Mono"/>
                <a:ea typeface="Roboto Mono"/>
                <a:cs typeface="Roboto Mono"/>
                <a:sym typeface="Roboto Mono"/>
              </a:rPr>
              <a:t>This deck is your secret marketing intelligence tool and superpower. It’s your shortcut to finding the macro and micro nuggets of information and inspiration you need to craft killer strategy.</a:t>
            </a:r>
            <a:endParaRPr sz="2200">
              <a:latin typeface="Roboto Mono"/>
              <a:ea typeface="Roboto Mono"/>
              <a:cs typeface="Roboto Mono"/>
              <a:sym typeface="Roboto Mono"/>
            </a:endParaRPr>
          </a:p>
          <a:p>
            <a:pPr indent="0" lvl="0" marL="0" rtl="0" algn="l">
              <a:spcBef>
                <a:spcPts val="2400"/>
              </a:spcBef>
              <a:spcAft>
                <a:spcPts val="0"/>
              </a:spcAft>
              <a:buClr>
                <a:schemeClr val="dk1"/>
              </a:buClr>
              <a:buSzPts val="275"/>
              <a:buFont typeface="Arial"/>
              <a:buNone/>
            </a:pPr>
            <a:r>
              <a:rPr lang="en" sz="2200">
                <a:latin typeface="Roboto Mono"/>
                <a:ea typeface="Roboto Mono"/>
                <a:cs typeface="Roboto Mono"/>
                <a:sym typeface="Roboto Mono"/>
              </a:rPr>
              <a:t>By scouring this Instagram profile, we’ve tracked the conversations and content that matter. All of it has then been distilled to this presentation, so you know what matters to this audience.</a:t>
            </a:r>
            <a:endParaRPr sz="2200">
              <a:latin typeface="Roboto Mono"/>
              <a:ea typeface="Roboto Mono"/>
              <a:cs typeface="Roboto Mono"/>
              <a:sym typeface="Roboto Mono"/>
            </a:endParaRPr>
          </a:p>
          <a:p>
            <a:pPr indent="0" lvl="0" marL="0" rtl="0" algn="l">
              <a:spcBef>
                <a:spcPts val="2400"/>
              </a:spcBef>
              <a:spcAft>
                <a:spcPts val="0"/>
              </a:spcAft>
              <a:buClr>
                <a:schemeClr val="dk1"/>
              </a:buClr>
              <a:buSzPts val="275"/>
              <a:buFont typeface="Arial"/>
              <a:buNone/>
            </a:pPr>
            <a:r>
              <a:rPr lang="en" sz="2200">
                <a:latin typeface="Roboto Mono"/>
                <a:ea typeface="Roboto Mono"/>
                <a:cs typeface="Roboto Mono"/>
                <a:sym typeface="Roboto Mono"/>
              </a:rPr>
              <a:t>So use it to get inspired. Use it to learn. Use it to know more about this brand than your competition. But however you use it, use it wisely.</a:t>
            </a:r>
            <a:endParaRPr sz="2200">
              <a:latin typeface="Roboto Mono"/>
              <a:ea typeface="Roboto Mono"/>
              <a:cs typeface="Roboto Mono"/>
              <a:sym typeface="Roboto Mono"/>
            </a:endParaRPr>
          </a:p>
          <a:p>
            <a:pPr indent="0" lvl="0" marL="0" rtl="0" algn="l">
              <a:spcBef>
                <a:spcPts val="2400"/>
              </a:spcBef>
              <a:spcAft>
                <a:spcPts val="0"/>
              </a:spcAft>
              <a:buClr>
                <a:schemeClr val="dk1"/>
              </a:buClr>
              <a:buSzPts val="275"/>
              <a:buFont typeface="Arial"/>
              <a:buNone/>
            </a:pPr>
            <a:r>
              <a:rPr lang="en" sz="2200">
                <a:latin typeface="Roboto Mono"/>
                <a:ea typeface="Roboto Mono"/>
                <a:cs typeface="Roboto Mono"/>
                <a:sym typeface="Roboto Mono"/>
              </a:rPr>
              <a:t>Enjoy!</a:t>
            </a:r>
            <a:endParaRPr sz="2200">
              <a:latin typeface="Roboto Mono"/>
              <a:ea typeface="Roboto Mono"/>
              <a:cs typeface="Roboto Mono"/>
              <a:sym typeface="Roboto Mono"/>
            </a:endParaRPr>
          </a:p>
          <a:p>
            <a:pPr indent="0" lvl="0" marL="0" rtl="0" algn="l">
              <a:spcBef>
                <a:spcPts val="2400"/>
              </a:spcBef>
              <a:spcAft>
                <a:spcPts val="2400"/>
              </a:spcAft>
              <a:buSzPts val="275"/>
              <a:buNone/>
            </a:pPr>
            <a:r>
              <a:rPr lang="en" sz="2200">
                <a:latin typeface="Roboto Mono"/>
                <a:ea typeface="Roboto Mono"/>
                <a:cs typeface="Roboto Mono"/>
                <a:sym typeface="Roboto Mono"/>
              </a:rPr>
              <a:t>❤️ Autostrat Team</a:t>
            </a:r>
            <a:endParaRPr sz="2200">
              <a:latin typeface="Roboto Mono"/>
              <a:ea typeface="Roboto Mono"/>
              <a:cs typeface="Roboto Mono"/>
              <a:sym typeface="Roboto Mon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cxnSp>
        <p:nvCxnSpPr>
          <p:cNvPr id="344" name="Google Shape;344;p59"/>
          <p:cNvCxnSpPr/>
          <p:nvPr/>
        </p:nvCxnSpPr>
        <p:spPr>
          <a:xfrm>
            <a:off x="670263" y="2911275"/>
            <a:ext cx="16609200" cy="9000"/>
          </a:xfrm>
          <a:prstGeom prst="straightConnector1">
            <a:avLst/>
          </a:prstGeom>
          <a:noFill/>
          <a:ln cap="flat" cmpd="sng" w="38100">
            <a:solidFill>
              <a:srgbClr val="FFFFFF"/>
            </a:solidFill>
            <a:prstDash val="solid"/>
            <a:round/>
            <a:headEnd len="med" w="med" type="none"/>
            <a:tailEnd len="med" w="med" type="none"/>
          </a:ln>
        </p:spPr>
      </p:cxnSp>
      <p:grpSp>
        <p:nvGrpSpPr>
          <p:cNvPr id="345" name="Google Shape;345;p59"/>
          <p:cNvGrpSpPr/>
          <p:nvPr/>
        </p:nvGrpSpPr>
        <p:grpSpPr>
          <a:xfrm>
            <a:off x="670275" y="383825"/>
            <a:ext cx="6600000" cy="1324800"/>
            <a:chOff x="693125" y="512875"/>
            <a:chExt cx="3300000" cy="662400"/>
          </a:xfrm>
        </p:grpSpPr>
        <p:sp>
          <p:nvSpPr>
            <p:cNvPr id="346" name="Google Shape;346;p59"/>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347" name="Google Shape;347;p59"/>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Audience Profile</a:t>
              </a:r>
              <a:endParaRPr sz="3600">
                <a:latin typeface="Inter"/>
                <a:ea typeface="Inter"/>
                <a:cs typeface="Inter"/>
                <a:sym typeface="Inter"/>
              </a:endParaRPr>
            </a:p>
          </p:txBody>
        </p:sp>
      </p:grpSp>
      <p:sp>
        <p:nvSpPr>
          <p:cNvPr id="348" name="Google Shape;348;p59"/>
          <p:cNvSpPr txBox="1"/>
          <p:nvPr/>
        </p:nvSpPr>
        <p:spPr>
          <a:xfrm>
            <a:off x="1487700" y="1928950"/>
            <a:ext cx="15312600" cy="76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Roboto Mono"/>
                <a:ea typeface="Roboto Mono"/>
                <a:cs typeface="Roboto Mono"/>
                <a:sym typeface="Roboto Mono"/>
              </a:rPr>
              <a:t>This audience embodies youthful cultural vibrancy, drawn to exclusive drops and authentic influencers. They demand reliable product availability and clear brand communication, while actively seeking community expression via merch and shared 'vibes'. Navigating their passionate but exacting engagement requires transparency and immersive, value-rich experiences.</a:t>
            </a:r>
            <a:endParaRPr sz="1600">
              <a:latin typeface="Roboto Mono"/>
              <a:ea typeface="Roboto Mono"/>
              <a:cs typeface="Roboto Mono"/>
              <a:sym typeface="Roboto Mono"/>
            </a:endParaRPr>
          </a:p>
        </p:txBody>
      </p:sp>
      <p:graphicFrame>
        <p:nvGraphicFramePr>
          <p:cNvPr id="349" name="Google Shape;349;p59"/>
          <p:cNvGraphicFramePr/>
          <p:nvPr/>
        </p:nvGraphicFramePr>
        <p:xfrm>
          <a:off x="478100" y="3156150"/>
          <a:ext cx="3000000" cy="3000000"/>
        </p:xfrm>
        <a:graphic>
          <a:graphicData uri="http://schemas.openxmlformats.org/drawingml/2006/table">
            <a:tbl>
              <a:tblPr>
                <a:noFill/>
                <a:tableStyleId>{5C3CD099-8E2A-48F4-A522-EC8361B9D010}</a:tableStyleId>
              </a:tblPr>
              <a:tblGrid>
                <a:gridCol w="5600450"/>
                <a:gridCol w="5600450"/>
                <a:gridCol w="5600450"/>
              </a:tblGrid>
              <a:tr h="249300">
                <a:tc gridSpan="3">
                  <a:txBody>
                    <a:bodyPr/>
                    <a:lstStyle/>
                    <a:p>
                      <a:pPr indent="0" lvl="0" marL="0" rtl="0" algn="ctr">
                        <a:spcBef>
                          <a:spcPts val="0"/>
                        </a:spcBef>
                        <a:spcAft>
                          <a:spcPts val="0"/>
                        </a:spcAft>
                        <a:buNone/>
                      </a:pPr>
                      <a:r>
                        <a:rPr b="1" lang="en" sz="2000">
                          <a:latin typeface="Roboto Mono"/>
                          <a:ea typeface="Roboto Mono"/>
                          <a:cs typeface="Roboto Mono"/>
                          <a:sym typeface="Roboto Mono"/>
                        </a:rPr>
                        <a:t>NEEDS</a:t>
                      </a:r>
                      <a:endParaRPr b="1" sz="20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c hMerge="1"/>
                <a:tc hMerge="1"/>
              </a:tr>
              <a:tr h="597675">
                <a:tc>
                  <a:txBody>
                    <a:bodyPr/>
                    <a:lstStyle/>
                    <a:p>
                      <a:pPr indent="0" lvl="0" marL="0" rtl="0" algn="ctr">
                        <a:spcBef>
                          <a:spcPts val="0"/>
                        </a:spcBef>
                        <a:spcAft>
                          <a:spcPts val="0"/>
                        </a:spcAft>
                        <a:buNone/>
                      </a:pPr>
                      <a:r>
                        <a:rPr lang="en" sz="1200">
                          <a:latin typeface="Roboto Mono"/>
                          <a:ea typeface="Roboto Mono"/>
                          <a:cs typeface="Roboto Mono"/>
                          <a:sym typeface="Roboto Mono"/>
                        </a:rPr>
                        <a:t>Clear, consistent product availability to avoid frustration and confusion.</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Roboto Mono"/>
                          <a:ea typeface="Roboto Mono"/>
                          <a:cs typeface="Roboto Mono"/>
                          <a:sym typeface="Roboto Mono"/>
                        </a:rPr>
                        <a:t>Seamless digital purchase experiences to capitalize on hype moments.</a:t>
                      </a:r>
                      <a:endParaRPr sz="1200">
                        <a:solidFill>
                          <a:srgbClr val="000000"/>
                        </a:solidFill>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Roboto Mono"/>
                          <a:ea typeface="Roboto Mono"/>
                          <a:cs typeface="Roboto Mono"/>
                          <a:sym typeface="Roboto Mono"/>
                        </a:rPr>
                        <a:t>High-touch, culturally relevant influencer collaborations that spark active community participation.</a:t>
                      </a:r>
                      <a:endParaRPr sz="1200">
                        <a:solidFill>
                          <a:srgbClr val="000000"/>
                        </a:solidFill>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9900">
                <a:tc gridSpan="3">
                  <a:txBody>
                    <a:bodyPr/>
                    <a:lstStyle/>
                    <a:p>
                      <a:pPr indent="0" lvl="0" marL="0" rtl="0" algn="ctr">
                        <a:spcBef>
                          <a:spcPts val="0"/>
                        </a:spcBef>
                        <a:spcAft>
                          <a:spcPts val="0"/>
                        </a:spcAft>
                        <a:buNone/>
                      </a:pPr>
                      <a:r>
                        <a:rPr b="1" lang="en" sz="2000">
                          <a:latin typeface="Roboto Mono"/>
                          <a:ea typeface="Roboto Mono"/>
                          <a:cs typeface="Roboto Mono"/>
                          <a:sym typeface="Roboto Mono"/>
                        </a:rPr>
                        <a:t>OBJECTIONS</a:t>
                      </a:r>
                      <a:endParaRPr b="1" sz="20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c hMerge="1"/>
                <a:tc hMerge="1"/>
              </a:tr>
              <a:tr h="597675">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Frustration and distrust due to inconsistent product availability and unclear communication.</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Skepticism about health claims and genuine product benefits.</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Resistance to packaging redesign perceived as losing brand personality.</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9900">
                <a:tc gridSpan="3">
                  <a:txBody>
                    <a:bodyPr/>
                    <a:lstStyle/>
                    <a:p>
                      <a:pPr indent="0" lvl="0" marL="0" rtl="0" algn="ctr">
                        <a:spcBef>
                          <a:spcPts val="0"/>
                        </a:spcBef>
                        <a:spcAft>
                          <a:spcPts val="0"/>
                        </a:spcAft>
                        <a:buNone/>
                      </a:pPr>
                      <a:r>
                        <a:rPr b="1" lang="en" sz="2000">
                          <a:latin typeface="Roboto Mono"/>
                          <a:ea typeface="Roboto Mono"/>
                          <a:cs typeface="Roboto Mono"/>
                          <a:sym typeface="Roboto Mono"/>
                        </a:rPr>
                        <a:t>DESIRES</a:t>
                      </a:r>
                      <a:endParaRPr b="1" sz="20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c hMerge="1"/>
                <a:tc hMerge="1"/>
              </a:tr>
              <a:tr h="597675">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To belong to a vibrant, youthful community defined by shared cultural 'vibes'.</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To experience exciting, exclusive product drops that create urgency and community buzz.</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To engage with relatable, authentic influencers who reflect their cultural values.</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9900">
                <a:tc gridSpan="3">
                  <a:txBody>
                    <a:bodyPr/>
                    <a:lstStyle/>
                    <a:p>
                      <a:pPr indent="0" lvl="0" marL="0" rtl="0" algn="ctr">
                        <a:spcBef>
                          <a:spcPts val="0"/>
                        </a:spcBef>
                        <a:spcAft>
                          <a:spcPts val="0"/>
                        </a:spcAft>
                        <a:buNone/>
                      </a:pPr>
                      <a:r>
                        <a:rPr b="1" lang="en" sz="2000">
                          <a:latin typeface="Roboto Mono"/>
                          <a:ea typeface="Roboto Mono"/>
                          <a:cs typeface="Roboto Mono"/>
                          <a:sym typeface="Roboto Mono"/>
                        </a:rPr>
                        <a:t>PAIN POINTS</a:t>
                      </a:r>
                      <a:endParaRPr b="1" sz="20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c hMerge="1"/>
                <a:tc hMerge="1"/>
              </a:tr>
              <a:tr h="597675">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Difficulty finding favorite flavors in stores, leading to consumer frustration and distrust.</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Confusing or disliked product packaging redesign sparks negative brand sentiment.</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latin typeface="Roboto Mono"/>
                          <a:ea typeface="Roboto Mono"/>
                          <a:cs typeface="Roboto Mono"/>
                          <a:sym typeface="Roboto Mono"/>
                        </a:rPr>
                        <a:t>Skepticism regarding health benefit claims and ingredient authenticity.</a:t>
                      </a:r>
                      <a:endParaRPr sz="1200">
                        <a:latin typeface="Roboto Mono"/>
                        <a:ea typeface="Roboto Mono"/>
                        <a:cs typeface="Roboto Mono"/>
                        <a:sym typeface="Roboto Mono"/>
                      </a:endParaRPr>
                    </a:p>
                  </a:txBody>
                  <a:tcPr marT="182850" marB="182850" marR="182850" marL="18285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60"/>
          <p:cNvSpPr txBox="1"/>
          <p:nvPr>
            <p:ph idx="4294967295" type="title"/>
          </p:nvPr>
        </p:nvSpPr>
        <p:spPr>
          <a:xfrm>
            <a:off x="319450" y="2200425"/>
            <a:ext cx="6117300" cy="3030600"/>
          </a:xfrm>
          <a:prstGeom prst="rect">
            <a:avLst/>
          </a:prstGeom>
        </p:spPr>
        <p:txBody>
          <a:bodyPr anchorCtr="0" anchor="ctr" bIns="91450" lIns="91450" spcFirstLastPara="1" rIns="91450" wrap="square" tIns="91450">
            <a:noAutofit/>
          </a:bodyPr>
          <a:lstStyle/>
          <a:p>
            <a:pPr indent="0" lvl="0" marL="0" marR="0" rtl="0" algn="l">
              <a:lnSpc>
                <a:spcPct val="100000"/>
              </a:lnSpc>
              <a:spcBef>
                <a:spcPts val="0"/>
              </a:spcBef>
              <a:spcAft>
                <a:spcPts val="2000"/>
              </a:spcAft>
              <a:buNone/>
            </a:pPr>
            <a:r>
              <a:rPr b="0" lang="en" sz="1400"/>
              <a:t>To win, brands must fuse culture, exclusivity, and flawless product access into rhythmic storytelling that fuels anticipation and community ownership.</a:t>
            </a:r>
            <a:endParaRPr b="0" sz="1400"/>
          </a:p>
        </p:txBody>
      </p:sp>
      <p:grpSp>
        <p:nvGrpSpPr>
          <p:cNvPr id="355" name="Google Shape;355;p60"/>
          <p:cNvGrpSpPr/>
          <p:nvPr/>
        </p:nvGrpSpPr>
        <p:grpSpPr>
          <a:xfrm>
            <a:off x="670284" y="383825"/>
            <a:ext cx="9021870" cy="1324800"/>
            <a:chOff x="693125" y="512875"/>
            <a:chExt cx="3300000" cy="662400"/>
          </a:xfrm>
        </p:grpSpPr>
        <p:sp>
          <p:nvSpPr>
            <p:cNvPr id="356" name="Google Shape;356;p60"/>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357" name="Google Shape;357;p60"/>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How to Win With This Audience</a:t>
              </a:r>
              <a:endParaRPr b="1" sz="3600">
                <a:solidFill>
                  <a:schemeClr val="dk1"/>
                </a:solidFill>
                <a:latin typeface="Roboto Mono"/>
                <a:ea typeface="Roboto Mono"/>
                <a:cs typeface="Roboto Mono"/>
                <a:sym typeface="Roboto Mono"/>
              </a:endParaRPr>
            </a:p>
          </p:txBody>
        </p:sp>
      </p:grpSp>
      <p:grpSp>
        <p:nvGrpSpPr>
          <p:cNvPr id="358" name="Google Shape;358;p60"/>
          <p:cNvGrpSpPr/>
          <p:nvPr/>
        </p:nvGrpSpPr>
        <p:grpSpPr>
          <a:xfrm>
            <a:off x="7163875" y="3753833"/>
            <a:ext cx="10590650" cy="1143307"/>
            <a:chOff x="7163875" y="3715732"/>
            <a:chExt cx="10590650" cy="1143307"/>
          </a:xfrm>
        </p:grpSpPr>
        <p:sp>
          <p:nvSpPr>
            <p:cNvPr id="359" name="Google Shape;359;p60"/>
            <p:cNvSpPr/>
            <p:nvPr/>
          </p:nvSpPr>
          <p:spPr>
            <a:xfrm>
              <a:off x="7163875" y="3715732"/>
              <a:ext cx="3045300" cy="11433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chemeClr val="dk1"/>
                </a:buClr>
                <a:buSzPts val="1100"/>
                <a:buFont typeface="Arial"/>
                <a:buNone/>
              </a:pPr>
              <a:r>
                <a:rPr b="1" lang="en" sz="2000">
                  <a:solidFill>
                    <a:schemeClr val="dk1"/>
                  </a:solidFill>
                  <a:latin typeface="Roboto Mono"/>
                  <a:ea typeface="Roboto Mono"/>
                  <a:cs typeface="Roboto Mono"/>
                  <a:sym typeface="Roboto Mono"/>
                </a:rPr>
                <a:t>Territory 2</a:t>
              </a:r>
              <a:endParaRPr sz="2000">
                <a:latin typeface="Inter"/>
                <a:ea typeface="Inter"/>
                <a:cs typeface="Inter"/>
                <a:sym typeface="Inter"/>
              </a:endParaRPr>
            </a:p>
          </p:txBody>
        </p:sp>
        <p:sp>
          <p:nvSpPr>
            <p:cNvPr id="360" name="Google Shape;360;p60"/>
            <p:cNvSpPr/>
            <p:nvPr/>
          </p:nvSpPr>
          <p:spPr>
            <a:xfrm>
              <a:off x="10335225" y="3715739"/>
              <a:ext cx="7419300" cy="114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Roboto Mono"/>
                  <a:ea typeface="Roboto Mono"/>
                  <a:cs typeface="Roboto Mono"/>
                  <a:sym typeface="Roboto Mono"/>
                </a:rPr>
                <a:t>Leverage scarcity and exclusive influencer collaborations to build hype rhythms that drive anticipation.</a:t>
              </a:r>
              <a:endParaRPr sz="1500">
                <a:solidFill>
                  <a:schemeClr val="dk1"/>
                </a:solidFill>
                <a:latin typeface="Roboto Mono"/>
                <a:ea typeface="Roboto Mono"/>
                <a:cs typeface="Roboto Mono"/>
                <a:sym typeface="Roboto Mono"/>
              </a:endParaRPr>
            </a:p>
          </p:txBody>
        </p:sp>
      </p:grpSp>
      <p:grpSp>
        <p:nvGrpSpPr>
          <p:cNvPr id="361" name="Google Shape;361;p60"/>
          <p:cNvGrpSpPr/>
          <p:nvPr/>
        </p:nvGrpSpPr>
        <p:grpSpPr>
          <a:xfrm>
            <a:off x="7163875" y="5307249"/>
            <a:ext cx="10590650" cy="1143306"/>
            <a:chOff x="7163875" y="5231047"/>
            <a:chExt cx="10590650" cy="1143306"/>
          </a:xfrm>
        </p:grpSpPr>
        <p:sp>
          <p:nvSpPr>
            <p:cNvPr id="362" name="Google Shape;362;p60"/>
            <p:cNvSpPr/>
            <p:nvPr/>
          </p:nvSpPr>
          <p:spPr>
            <a:xfrm>
              <a:off x="7163875" y="5231047"/>
              <a:ext cx="3045300" cy="11433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chemeClr val="dk1"/>
                </a:buClr>
                <a:buSzPts val="1100"/>
                <a:buFont typeface="Arial"/>
                <a:buNone/>
              </a:pPr>
              <a:r>
                <a:rPr b="1" lang="en" sz="2000">
                  <a:solidFill>
                    <a:schemeClr val="dk1"/>
                  </a:solidFill>
                  <a:latin typeface="Roboto Mono"/>
                  <a:ea typeface="Roboto Mono"/>
                  <a:cs typeface="Roboto Mono"/>
                  <a:sym typeface="Roboto Mono"/>
                </a:rPr>
                <a:t>Territory 3</a:t>
              </a:r>
              <a:endParaRPr sz="2000">
                <a:latin typeface="Inter"/>
                <a:ea typeface="Inter"/>
                <a:cs typeface="Inter"/>
                <a:sym typeface="Inter"/>
              </a:endParaRPr>
            </a:p>
          </p:txBody>
        </p:sp>
        <p:sp>
          <p:nvSpPr>
            <p:cNvPr id="363" name="Google Shape;363;p60"/>
            <p:cNvSpPr/>
            <p:nvPr/>
          </p:nvSpPr>
          <p:spPr>
            <a:xfrm>
              <a:off x="10335225" y="5231053"/>
              <a:ext cx="7419300" cy="114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Roboto Mono"/>
                  <a:ea typeface="Roboto Mono"/>
                  <a:cs typeface="Roboto Mono"/>
                  <a:sym typeface="Roboto Mono"/>
                </a:rPr>
                <a:t>Ensure product availability aligns precisely with social buzz to convert engagement into loyalty.</a:t>
              </a:r>
              <a:endParaRPr sz="1500">
                <a:solidFill>
                  <a:schemeClr val="dk1"/>
                </a:solidFill>
                <a:latin typeface="Roboto Mono"/>
                <a:ea typeface="Roboto Mono"/>
                <a:cs typeface="Roboto Mono"/>
                <a:sym typeface="Roboto Mono"/>
              </a:endParaRPr>
            </a:p>
          </p:txBody>
        </p:sp>
      </p:grpSp>
      <p:grpSp>
        <p:nvGrpSpPr>
          <p:cNvPr id="364" name="Google Shape;364;p60"/>
          <p:cNvGrpSpPr/>
          <p:nvPr/>
        </p:nvGrpSpPr>
        <p:grpSpPr>
          <a:xfrm>
            <a:off x="7163875" y="6860663"/>
            <a:ext cx="10590650" cy="1143305"/>
            <a:chOff x="7163875" y="6746362"/>
            <a:chExt cx="10590650" cy="1143305"/>
          </a:xfrm>
        </p:grpSpPr>
        <p:sp>
          <p:nvSpPr>
            <p:cNvPr id="365" name="Google Shape;365;p60"/>
            <p:cNvSpPr/>
            <p:nvPr/>
          </p:nvSpPr>
          <p:spPr>
            <a:xfrm>
              <a:off x="7163875" y="6746362"/>
              <a:ext cx="3045300" cy="11433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chemeClr val="dk1"/>
                </a:buClr>
                <a:buSzPts val="1100"/>
                <a:buFont typeface="Arial"/>
                <a:buNone/>
              </a:pPr>
              <a:r>
                <a:rPr b="1" lang="en" sz="2000">
                  <a:solidFill>
                    <a:schemeClr val="dk1"/>
                  </a:solidFill>
                  <a:latin typeface="Roboto Mono"/>
                  <a:ea typeface="Roboto Mono"/>
                  <a:cs typeface="Roboto Mono"/>
                  <a:sym typeface="Roboto Mono"/>
                </a:rPr>
                <a:t>Territory 4</a:t>
              </a:r>
              <a:endParaRPr sz="2000">
                <a:latin typeface="Inter"/>
                <a:ea typeface="Inter"/>
                <a:cs typeface="Inter"/>
                <a:sym typeface="Inter"/>
              </a:endParaRPr>
            </a:p>
          </p:txBody>
        </p:sp>
        <p:sp>
          <p:nvSpPr>
            <p:cNvPr id="366" name="Google Shape;366;p60"/>
            <p:cNvSpPr/>
            <p:nvPr/>
          </p:nvSpPr>
          <p:spPr>
            <a:xfrm>
              <a:off x="10335225" y="6746367"/>
              <a:ext cx="7419300" cy="114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Roboto Mono"/>
                  <a:ea typeface="Roboto Mono"/>
                  <a:cs typeface="Roboto Mono"/>
                  <a:sym typeface="Roboto Mono"/>
                </a:rPr>
                <a:t>Activate tangible brand touchpoints like merch to transform passive consumers into active evangelists.</a:t>
              </a:r>
              <a:endParaRPr sz="1500">
                <a:solidFill>
                  <a:schemeClr val="dk1"/>
                </a:solidFill>
                <a:latin typeface="Roboto Mono"/>
                <a:ea typeface="Roboto Mono"/>
                <a:cs typeface="Roboto Mono"/>
                <a:sym typeface="Roboto Mono"/>
              </a:endParaRPr>
            </a:p>
          </p:txBody>
        </p:sp>
      </p:grpSp>
      <p:grpSp>
        <p:nvGrpSpPr>
          <p:cNvPr id="367" name="Google Shape;367;p60"/>
          <p:cNvGrpSpPr/>
          <p:nvPr/>
        </p:nvGrpSpPr>
        <p:grpSpPr>
          <a:xfrm>
            <a:off x="7163875" y="2200417"/>
            <a:ext cx="10590650" cy="1143308"/>
            <a:chOff x="7163875" y="2200417"/>
            <a:chExt cx="10590650" cy="1143308"/>
          </a:xfrm>
        </p:grpSpPr>
        <p:sp>
          <p:nvSpPr>
            <p:cNvPr id="368" name="Google Shape;368;p60"/>
            <p:cNvSpPr/>
            <p:nvPr/>
          </p:nvSpPr>
          <p:spPr>
            <a:xfrm>
              <a:off x="7163875" y="2200417"/>
              <a:ext cx="3045300" cy="11433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marR="0" rtl="0" algn="ctr">
                <a:spcBef>
                  <a:spcPts val="0"/>
                </a:spcBef>
                <a:spcAft>
                  <a:spcPts val="0"/>
                </a:spcAft>
                <a:buNone/>
              </a:pPr>
              <a:r>
                <a:rPr b="1" lang="en" sz="2000">
                  <a:solidFill>
                    <a:schemeClr val="dk1"/>
                  </a:solidFill>
                  <a:latin typeface="Roboto Mono"/>
                  <a:ea typeface="Roboto Mono"/>
                  <a:cs typeface="Roboto Mono"/>
                  <a:sym typeface="Roboto Mono"/>
                </a:rPr>
                <a:t>Territory 1</a:t>
              </a:r>
              <a:endParaRPr sz="2000">
                <a:latin typeface="Inter"/>
                <a:ea typeface="Inter"/>
                <a:cs typeface="Inter"/>
                <a:sym typeface="Inter"/>
              </a:endParaRPr>
            </a:p>
          </p:txBody>
        </p:sp>
        <p:sp>
          <p:nvSpPr>
            <p:cNvPr id="369" name="Google Shape;369;p60"/>
            <p:cNvSpPr/>
            <p:nvPr/>
          </p:nvSpPr>
          <p:spPr>
            <a:xfrm>
              <a:off x="10335225" y="2200425"/>
              <a:ext cx="7419300" cy="114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Roboto Mono"/>
                  <a:ea typeface="Roboto Mono"/>
                  <a:cs typeface="Roboto Mono"/>
                  <a:sym typeface="Roboto Mono"/>
                </a:rPr>
                <a:t>Embed your brand into authentic cultural moments that ignite community identity and passion.</a:t>
              </a:r>
              <a:endParaRPr sz="1500">
                <a:solidFill>
                  <a:schemeClr val="dk1"/>
                </a:solidFill>
                <a:latin typeface="Roboto Mono"/>
                <a:ea typeface="Roboto Mono"/>
                <a:cs typeface="Roboto Mono"/>
                <a:sym typeface="Roboto Mono"/>
              </a:endParaRPr>
            </a:p>
          </p:txBody>
        </p:sp>
      </p:grpSp>
      <p:grpSp>
        <p:nvGrpSpPr>
          <p:cNvPr id="370" name="Google Shape;370;p60"/>
          <p:cNvGrpSpPr/>
          <p:nvPr/>
        </p:nvGrpSpPr>
        <p:grpSpPr>
          <a:xfrm>
            <a:off x="7163875" y="8414076"/>
            <a:ext cx="10590650" cy="1143303"/>
            <a:chOff x="7163875" y="8261676"/>
            <a:chExt cx="10590650" cy="1143303"/>
          </a:xfrm>
        </p:grpSpPr>
        <p:sp>
          <p:nvSpPr>
            <p:cNvPr id="371" name="Google Shape;371;p60"/>
            <p:cNvSpPr/>
            <p:nvPr/>
          </p:nvSpPr>
          <p:spPr>
            <a:xfrm>
              <a:off x="7163875" y="8261676"/>
              <a:ext cx="3045300" cy="11433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chemeClr val="dk1"/>
                </a:buClr>
                <a:buSzPts val="1100"/>
                <a:buFont typeface="Arial"/>
                <a:buNone/>
              </a:pPr>
              <a:r>
                <a:rPr b="1" lang="en" sz="2000">
                  <a:solidFill>
                    <a:schemeClr val="dk1"/>
                  </a:solidFill>
                  <a:latin typeface="Roboto Mono"/>
                  <a:ea typeface="Roboto Mono"/>
                  <a:cs typeface="Roboto Mono"/>
                  <a:sym typeface="Roboto Mono"/>
                </a:rPr>
                <a:t>Territory 5</a:t>
              </a:r>
              <a:endParaRPr sz="2000">
                <a:latin typeface="Inter"/>
                <a:ea typeface="Inter"/>
                <a:cs typeface="Inter"/>
                <a:sym typeface="Inter"/>
              </a:endParaRPr>
            </a:p>
          </p:txBody>
        </p:sp>
        <p:sp>
          <p:nvSpPr>
            <p:cNvPr id="372" name="Google Shape;372;p60"/>
            <p:cNvSpPr/>
            <p:nvPr/>
          </p:nvSpPr>
          <p:spPr>
            <a:xfrm>
              <a:off x="10335225" y="8261679"/>
              <a:ext cx="7419300" cy="114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Roboto Mono"/>
                  <a:ea typeface="Roboto Mono"/>
                  <a:cs typeface="Roboto Mono"/>
                  <a:sym typeface="Roboto Mono"/>
                </a:rPr>
                <a:t>Adopt rhythmic, event-driven content cadence turning posts into must-see cultural happenings.</a:t>
              </a:r>
              <a:endParaRPr sz="1500">
                <a:solidFill>
                  <a:schemeClr val="dk1"/>
                </a:solidFill>
                <a:latin typeface="Roboto Mono"/>
                <a:ea typeface="Roboto Mono"/>
                <a:cs typeface="Roboto Mono"/>
                <a:sym typeface="Roboto Mono"/>
              </a:endParaRPr>
            </a:p>
          </p:txBody>
        </p:sp>
      </p:grpSp>
      <p:cxnSp>
        <p:nvCxnSpPr>
          <p:cNvPr id="373" name="Google Shape;373;p60"/>
          <p:cNvCxnSpPr/>
          <p:nvPr/>
        </p:nvCxnSpPr>
        <p:spPr>
          <a:xfrm flipH="1">
            <a:off x="6795813" y="3197050"/>
            <a:ext cx="9000" cy="5211300"/>
          </a:xfrm>
          <a:prstGeom prst="straightConnector1">
            <a:avLst/>
          </a:prstGeom>
          <a:noFill/>
          <a:ln cap="flat" cmpd="sng" w="38100">
            <a:solidFill>
              <a:srgbClr val="FFFFFF"/>
            </a:solidFill>
            <a:prstDash val="solid"/>
            <a:round/>
            <a:headEnd len="med" w="med" type="none"/>
            <a:tailEnd len="med" w="med" type="none"/>
          </a:ln>
        </p:spPr>
      </p:cxnSp>
      <p:sp>
        <p:nvSpPr>
          <p:cNvPr id="374" name="Google Shape;374;p60"/>
          <p:cNvSpPr/>
          <p:nvPr/>
        </p:nvSpPr>
        <p:spPr>
          <a:xfrm>
            <a:off x="319452" y="5425950"/>
            <a:ext cx="61173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Audience Verbatims</a:t>
            </a:r>
            <a:endParaRPr sz="2000">
              <a:latin typeface="Inter"/>
              <a:ea typeface="Inter"/>
              <a:cs typeface="Inter"/>
              <a:sym typeface="Inter"/>
            </a:endParaRPr>
          </a:p>
        </p:txBody>
      </p:sp>
      <p:sp>
        <p:nvSpPr>
          <p:cNvPr id="375" name="Google Shape;375;p60"/>
          <p:cNvSpPr/>
          <p:nvPr/>
        </p:nvSpPr>
        <p:spPr>
          <a:xfrm>
            <a:off x="319450" y="6156575"/>
            <a:ext cx="6117300" cy="3400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Where can u actually get these bc it seems like no where</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Can we please stock Shirley before we worry about a new flavor?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Hi poppi, I don’t know if this is an error but how it’s the robe and the charger cord sold out on the Tyb shop if you just post it? @tyb.xyz @drinkpoppi</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need me some poppi stickers to decorate my laptop 💻 needs a POP of color</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Yaaassss I need a whole keg of Poppi too</a:t>
            </a:r>
            <a:endParaRPr>
              <a:solidFill>
                <a:schemeClr val="dk1"/>
              </a:solidFill>
              <a:latin typeface="Roboto Mono"/>
              <a:ea typeface="Roboto Mono"/>
              <a:cs typeface="Roboto Mono"/>
              <a:sym typeface="Roboto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1"/>
          <p:cNvSpPr/>
          <p:nvPr/>
        </p:nvSpPr>
        <p:spPr>
          <a:xfrm>
            <a:off x="751400" y="3378000"/>
            <a:ext cx="3700800" cy="572100"/>
          </a:xfrm>
          <a:prstGeom prst="roundRect">
            <a:avLst>
              <a:gd fmla="val 16667" name="adj"/>
            </a:avLst>
          </a:prstGeom>
          <a:solidFill>
            <a:schemeClr val="dk2"/>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a:solidFill>
                  <a:schemeClr val="dk1"/>
                </a:solidFill>
                <a:latin typeface="Roboto Mono"/>
                <a:ea typeface="Roboto Mono"/>
                <a:cs typeface="Roboto Mono"/>
                <a:sym typeface="Roboto Mono"/>
              </a:rPr>
              <a:t>Health and Wellness Brands</a:t>
            </a:r>
            <a:endParaRPr>
              <a:latin typeface="Inter"/>
              <a:ea typeface="Inter"/>
              <a:cs typeface="Inter"/>
              <a:sym typeface="Inter"/>
            </a:endParaRPr>
          </a:p>
        </p:txBody>
      </p:sp>
      <p:graphicFrame>
        <p:nvGraphicFramePr>
          <p:cNvPr id="381" name="Google Shape;381;p61"/>
          <p:cNvGraphicFramePr/>
          <p:nvPr/>
        </p:nvGraphicFramePr>
        <p:xfrm>
          <a:off x="600050" y="4181635"/>
          <a:ext cx="3000000" cy="3000000"/>
        </p:xfrm>
        <a:graphic>
          <a:graphicData uri="http://schemas.openxmlformats.org/drawingml/2006/table">
            <a:tbl>
              <a:tblPr>
                <a:noFill/>
                <a:tableStyleId>{5C3CD099-8E2A-48F4-A522-EC8361B9D010}</a:tableStyleId>
              </a:tblPr>
              <a:tblGrid>
                <a:gridCol w="4192625"/>
                <a:gridCol w="4192625"/>
                <a:gridCol w="4192625"/>
                <a:gridCol w="4192625"/>
              </a:tblGrid>
              <a:tr h="721525">
                <a:tc>
                  <a:txBody>
                    <a:bodyPr/>
                    <a:lstStyle/>
                    <a:p>
                      <a:pPr indent="0" lvl="0" marL="0" rtl="0" algn="ctr">
                        <a:lnSpc>
                          <a:spcPct val="150000"/>
                        </a:lnSpc>
                        <a:spcBef>
                          <a:spcPts val="0"/>
                        </a:spcBef>
                        <a:spcAft>
                          <a:spcPts val="0"/>
                        </a:spcAft>
                        <a:buNone/>
                      </a:pPr>
                      <a:r>
                        <a:rPr lang="en" sz="1100">
                          <a:latin typeface="Roboto Mono"/>
                          <a:ea typeface="Roboto Mono"/>
                          <a:cs typeface="Roboto Mono"/>
                          <a:sym typeface="Roboto Mono"/>
                        </a:rPr>
                        <a:t>Shared commitment to authentic health appeals to wellness-seeking Gen Z consumers.</a:t>
                      </a:r>
                      <a:endParaRPr sz="1100">
                        <a:solidFill>
                          <a:srgbClr val="000000"/>
                        </a:solidFill>
                        <a:latin typeface="Roboto Mono"/>
                        <a:ea typeface="Roboto Mono"/>
                        <a:cs typeface="Roboto Mono"/>
                        <a:sym typeface="Roboto Mono"/>
                      </a:endParaRPr>
                    </a:p>
                  </a:txBody>
                  <a:tcPr marT="182875" marB="18287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latin typeface="Roboto Mono"/>
                          <a:ea typeface="Roboto Mono"/>
                          <a:cs typeface="Roboto Mono"/>
                          <a:sym typeface="Roboto Mono"/>
                        </a:rPr>
                        <a:t>Music partnerships fuel Poppi’s cultural vibe and audience passion.</a:t>
                      </a:r>
                      <a:endParaRPr sz="1100">
                        <a:solidFill>
                          <a:srgbClr val="000000"/>
                        </a:solidFill>
                        <a:latin typeface="Roboto Mono"/>
                        <a:ea typeface="Roboto Mono"/>
                        <a:cs typeface="Roboto Mono"/>
                        <a:sym typeface="Roboto Mono"/>
                      </a:endParaRPr>
                    </a:p>
                  </a:txBody>
                  <a:tcPr marT="182875" marB="182875" marR="91425" marL="91425" anchor="ctr">
                    <a:lnL cap="flat" cmpd="sng" w="9525">
                      <a:solidFill>
                        <a:srgbClr val="9E9E9E">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latin typeface="Roboto Mono"/>
                          <a:ea typeface="Roboto Mono"/>
                          <a:cs typeface="Roboto Mono"/>
                          <a:sym typeface="Roboto Mono"/>
                        </a:rPr>
                        <a:t>Merchandise channels brand love into visible, participatory culture.</a:t>
                      </a:r>
                      <a:endParaRPr sz="1100">
                        <a:solidFill>
                          <a:srgbClr val="000000"/>
                        </a:solidFill>
                        <a:latin typeface="Roboto Mono"/>
                        <a:ea typeface="Roboto Mono"/>
                        <a:cs typeface="Roboto Mono"/>
                        <a:sym typeface="Roboto Mono"/>
                      </a:endParaRPr>
                    </a:p>
                  </a:txBody>
                  <a:tcPr marT="182875" marB="18287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latin typeface="Roboto Mono"/>
                          <a:ea typeface="Roboto Mono"/>
                          <a:cs typeface="Roboto Mono"/>
                          <a:sym typeface="Roboto Mono"/>
                        </a:rPr>
                        <a:t>Smooth online shopping underpins conversion from buzz to revenue.</a:t>
                      </a:r>
                      <a:endParaRPr sz="1100">
                        <a:solidFill>
                          <a:srgbClr val="000000"/>
                        </a:solidFill>
                        <a:latin typeface="Roboto Mono"/>
                        <a:ea typeface="Roboto Mono"/>
                        <a:cs typeface="Roboto Mono"/>
                        <a:sym typeface="Roboto Mono"/>
                      </a:endParaRPr>
                    </a:p>
                  </a:txBody>
                  <a:tcPr marT="182875" marB="182875" marR="91425" marL="91425" anchor="ctr">
                    <a:lnL cap="flat" cmpd="sng" w="9525">
                      <a:solidFill>
                        <a:srgbClr val="FFFFFF"/>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41350">
                <a:tc>
                  <a:txBody>
                    <a:bodyPr/>
                    <a:lstStyle/>
                    <a:p>
                      <a:pPr indent="0" lvl="0" marL="0" rtl="0" algn="ctr">
                        <a:lnSpc>
                          <a:spcPct val="150000"/>
                        </a:lnSpc>
                        <a:spcBef>
                          <a:spcPts val="0"/>
                        </a:spcBef>
                        <a:spcAft>
                          <a:spcPts val="0"/>
                        </a:spcAft>
                        <a:buNone/>
                      </a:pPr>
                      <a:r>
                        <a:rPr b="1" lang="en" sz="1200">
                          <a:solidFill>
                            <a:schemeClr val="dk1"/>
                          </a:solidFill>
                          <a:latin typeface="Roboto Mono"/>
                          <a:ea typeface="Roboto Mono"/>
                          <a:cs typeface="Roboto Mono"/>
                          <a:sym typeface="Roboto Mono"/>
                        </a:rPr>
                        <a:t>Why it Works</a:t>
                      </a:r>
                      <a:endParaRPr b="1" sz="1200">
                        <a:solidFill>
                          <a:schemeClr val="dk1"/>
                        </a:solidFill>
                        <a:latin typeface="Roboto Mono"/>
                        <a:ea typeface="Roboto Mono"/>
                        <a:cs typeface="Roboto Mono"/>
                        <a:sym typeface="Roboto Mon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3FFFF"/>
                    </a:solidFill>
                  </a:tcPr>
                </a:tc>
                <a:tc>
                  <a:txBody>
                    <a:bodyPr/>
                    <a:lstStyle/>
                    <a:p>
                      <a:pPr indent="0" lvl="0" marL="0" rtl="0" algn="ctr">
                        <a:lnSpc>
                          <a:spcPct val="150000"/>
                        </a:lnSpc>
                        <a:spcBef>
                          <a:spcPts val="0"/>
                        </a:spcBef>
                        <a:spcAft>
                          <a:spcPts val="0"/>
                        </a:spcAft>
                        <a:buNone/>
                      </a:pPr>
                      <a:r>
                        <a:rPr b="1" lang="en" sz="1200">
                          <a:solidFill>
                            <a:schemeClr val="dk1"/>
                          </a:solidFill>
                          <a:latin typeface="Roboto Mono"/>
                          <a:ea typeface="Roboto Mono"/>
                          <a:cs typeface="Roboto Mono"/>
                          <a:sym typeface="Roboto Mono"/>
                        </a:rPr>
                        <a:t>Why it Works</a:t>
                      </a:r>
                      <a:endParaRPr b="1" sz="1200">
                        <a:solidFill>
                          <a:schemeClr val="dk1"/>
                        </a:solidFill>
                        <a:latin typeface="Roboto Mono"/>
                        <a:ea typeface="Roboto Mono"/>
                        <a:cs typeface="Roboto Mono"/>
                        <a:sym typeface="Roboto Mon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3FFFF"/>
                    </a:solidFill>
                  </a:tcPr>
                </a:tc>
                <a:tc>
                  <a:txBody>
                    <a:bodyPr/>
                    <a:lstStyle/>
                    <a:p>
                      <a:pPr indent="0" lvl="0" marL="0" rtl="0" algn="ctr">
                        <a:lnSpc>
                          <a:spcPct val="150000"/>
                        </a:lnSpc>
                        <a:spcBef>
                          <a:spcPts val="0"/>
                        </a:spcBef>
                        <a:spcAft>
                          <a:spcPts val="0"/>
                        </a:spcAft>
                        <a:buNone/>
                      </a:pPr>
                      <a:r>
                        <a:rPr b="1" lang="en" sz="1200">
                          <a:solidFill>
                            <a:schemeClr val="dk1"/>
                          </a:solidFill>
                          <a:latin typeface="Roboto Mono"/>
                          <a:ea typeface="Roboto Mono"/>
                          <a:cs typeface="Roboto Mono"/>
                          <a:sym typeface="Roboto Mono"/>
                        </a:rPr>
                        <a:t>Why it Works</a:t>
                      </a:r>
                      <a:endParaRPr b="1" sz="1200">
                        <a:solidFill>
                          <a:schemeClr val="dk1"/>
                        </a:solidFill>
                        <a:latin typeface="Roboto Mono"/>
                        <a:ea typeface="Roboto Mono"/>
                        <a:cs typeface="Roboto Mono"/>
                        <a:sym typeface="Roboto Mono"/>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3FFFF"/>
                    </a:solidFill>
                  </a:tcPr>
                </a:tc>
                <a:tc>
                  <a:txBody>
                    <a:bodyPr/>
                    <a:lstStyle/>
                    <a:p>
                      <a:pPr indent="0" lvl="0" marL="0" rtl="0" algn="ctr">
                        <a:lnSpc>
                          <a:spcPct val="150000"/>
                        </a:lnSpc>
                        <a:spcBef>
                          <a:spcPts val="0"/>
                        </a:spcBef>
                        <a:spcAft>
                          <a:spcPts val="0"/>
                        </a:spcAft>
                        <a:buNone/>
                      </a:pPr>
                      <a:r>
                        <a:rPr b="1" lang="en" sz="1200">
                          <a:solidFill>
                            <a:schemeClr val="dk1"/>
                          </a:solidFill>
                          <a:latin typeface="Roboto Mono"/>
                          <a:ea typeface="Roboto Mono"/>
                          <a:cs typeface="Roboto Mono"/>
                          <a:sym typeface="Roboto Mono"/>
                        </a:rPr>
                        <a:t>Why it Works</a:t>
                      </a:r>
                      <a:endParaRPr b="1" sz="1200">
                        <a:solidFill>
                          <a:schemeClr val="dk1"/>
                        </a:solidFill>
                        <a:latin typeface="Roboto Mono"/>
                        <a:ea typeface="Roboto Mono"/>
                        <a:cs typeface="Roboto Mono"/>
                        <a:sym typeface="Roboto Mono"/>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3FFFF"/>
                    </a:solidFill>
                  </a:tcPr>
                </a:tc>
              </a:tr>
              <a:tr h="721525">
                <a:tc>
                  <a:txBody>
                    <a:bodyPr/>
                    <a:lstStyle/>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Poppi’s health-conscious soda audience craves genuine functional benefits and natural ingredients, making alignment with trusted wellness brands a natural extension.</a:t>
                      </a:r>
                      <a:endParaRPr sz="1100"/>
                    </a:p>
                  </a:txBody>
                  <a:tcPr marT="182875" marB="18287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Poppi’s authentic collaborations with cultural icons like Charli XCX catalyze massive engagement; extending partnerships to entertainment brands would deepen cultural embedment.</a:t>
                      </a:r>
                      <a:endParaRPr sz="1100">
                        <a:solidFill>
                          <a:schemeClr val="dk1"/>
                        </a:solidFill>
                        <a:latin typeface="Roboto Mono"/>
                        <a:ea typeface="Roboto Mono"/>
                        <a:cs typeface="Roboto Mono"/>
                        <a:sym typeface="Roboto Mono"/>
                      </a:endParaRPr>
                    </a:p>
                  </a:txBody>
                  <a:tcPr marT="182875" marB="182875" marR="91425" marL="91425" anchor="ctr">
                    <a:lnL cap="flat" cmpd="sng" w="9525">
                      <a:solidFill>
                        <a:srgbClr val="9E9E9E">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The audience’s active desire for merchandise and tangible brand expression opens a door for fashion brands to deepen emotional connection and identity expression.</a:t>
                      </a:r>
                      <a:endParaRPr sz="1100">
                        <a:solidFill>
                          <a:schemeClr val="dk1"/>
                        </a:solidFill>
                        <a:latin typeface="Roboto Mono"/>
                        <a:ea typeface="Roboto Mono"/>
                        <a:cs typeface="Roboto Mono"/>
                        <a:sym typeface="Roboto Mono"/>
                      </a:endParaRPr>
                    </a:p>
                  </a:txBody>
                  <a:tcPr marT="182875" marB="18287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Audiences repeatedly experience friction with online ordering and sold-out notifications, highlighting necessity for frictionless digital commerce platforms to convert excitement into sales.</a:t>
                      </a:r>
                      <a:endParaRPr sz="1100">
                        <a:solidFill>
                          <a:schemeClr val="dk1"/>
                        </a:solidFill>
                        <a:latin typeface="Roboto Mono"/>
                        <a:ea typeface="Roboto Mono"/>
                        <a:cs typeface="Roboto Mono"/>
                        <a:sym typeface="Roboto Mono"/>
                      </a:endParaRPr>
                    </a:p>
                  </a:txBody>
                  <a:tcPr marT="182875" marB="182875" marR="91425" marL="91425" anchor="ctr">
                    <a:lnL cap="flat" cmpd="sng" w="9525">
                      <a:solidFill>
                        <a:srgbClr val="FFFFFF"/>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3975">
                <a:tc>
                  <a:txBody>
                    <a:bodyPr/>
                    <a:lstStyle/>
                    <a:p>
                      <a:pPr indent="0" lvl="0" marL="0" rtl="0" algn="ctr">
                        <a:lnSpc>
                          <a:spcPct val="150000"/>
                        </a:lnSpc>
                        <a:spcBef>
                          <a:spcPts val="0"/>
                        </a:spcBef>
                        <a:spcAft>
                          <a:spcPts val="0"/>
                        </a:spcAft>
                        <a:buNone/>
                      </a:pPr>
                      <a:r>
                        <a:rPr b="1" lang="en" sz="1200">
                          <a:solidFill>
                            <a:schemeClr val="dk1"/>
                          </a:solidFill>
                          <a:latin typeface="Roboto Mono"/>
                          <a:ea typeface="Roboto Mono"/>
                          <a:cs typeface="Roboto Mono"/>
                          <a:sym typeface="Roboto Mono"/>
                        </a:rPr>
                        <a:t>How to Activate</a:t>
                      </a:r>
                      <a:endParaRPr b="1" sz="1200">
                        <a:solidFill>
                          <a:schemeClr val="dk1"/>
                        </a:solidFill>
                        <a:latin typeface="Roboto Mono"/>
                        <a:ea typeface="Roboto Mono"/>
                        <a:cs typeface="Roboto Mono"/>
                        <a:sym typeface="Roboto Mon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3FFFF"/>
                    </a:solidFill>
                  </a:tcPr>
                </a:tc>
                <a:tc>
                  <a:txBody>
                    <a:bodyPr/>
                    <a:lstStyle/>
                    <a:p>
                      <a:pPr indent="0" lvl="0" marL="0" rtl="0" algn="ctr">
                        <a:lnSpc>
                          <a:spcPct val="150000"/>
                        </a:lnSpc>
                        <a:spcBef>
                          <a:spcPts val="0"/>
                        </a:spcBef>
                        <a:spcAft>
                          <a:spcPts val="0"/>
                        </a:spcAft>
                        <a:buNone/>
                      </a:pPr>
                      <a:r>
                        <a:rPr b="1" lang="en" sz="1200">
                          <a:solidFill>
                            <a:schemeClr val="dk1"/>
                          </a:solidFill>
                          <a:latin typeface="Roboto Mono"/>
                          <a:ea typeface="Roboto Mono"/>
                          <a:cs typeface="Roboto Mono"/>
                          <a:sym typeface="Roboto Mono"/>
                        </a:rPr>
                        <a:t>How to Activate</a:t>
                      </a:r>
                      <a:endParaRPr b="1" sz="1200">
                        <a:solidFill>
                          <a:schemeClr val="dk1"/>
                        </a:solidFill>
                        <a:latin typeface="Roboto Mono"/>
                        <a:ea typeface="Roboto Mono"/>
                        <a:cs typeface="Roboto Mono"/>
                        <a:sym typeface="Roboto Mon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3FFFF"/>
                    </a:solidFill>
                  </a:tcPr>
                </a:tc>
                <a:tc>
                  <a:txBody>
                    <a:bodyPr/>
                    <a:lstStyle/>
                    <a:p>
                      <a:pPr indent="0" lvl="0" marL="0" rtl="0" algn="ctr">
                        <a:lnSpc>
                          <a:spcPct val="150000"/>
                        </a:lnSpc>
                        <a:spcBef>
                          <a:spcPts val="0"/>
                        </a:spcBef>
                        <a:spcAft>
                          <a:spcPts val="0"/>
                        </a:spcAft>
                        <a:buNone/>
                      </a:pPr>
                      <a:r>
                        <a:rPr b="1" lang="en" sz="1200">
                          <a:solidFill>
                            <a:schemeClr val="dk1"/>
                          </a:solidFill>
                          <a:latin typeface="Roboto Mono"/>
                          <a:ea typeface="Roboto Mono"/>
                          <a:cs typeface="Roboto Mono"/>
                          <a:sym typeface="Roboto Mono"/>
                        </a:rPr>
                        <a:t>How to Activate</a:t>
                      </a:r>
                      <a:endParaRPr b="1" sz="1200">
                        <a:solidFill>
                          <a:schemeClr val="dk1"/>
                        </a:solidFill>
                        <a:latin typeface="Roboto Mono"/>
                        <a:ea typeface="Roboto Mono"/>
                        <a:cs typeface="Roboto Mono"/>
                        <a:sym typeface="Roboto Mono"/>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3FFFF"/>
                    </a:solidFill>
                  </a:tcPr>
                </a:tc>
                <a:tc>
                  <a:txBody>
                    <a:bodyPr/>
                    <a:lstStyle/>
                    <a:p>
                      <a:pPr indent="0" lvl="0" marL="0" rtl="0" algn="ctr">
                        <a:lnSpc>
                          <a:spcPct val="150000"/>
                        </a:lnSpc>
                        <a:spcBef>
                          <a:spcPts val="0"/>
                        </a:spcBef>
                        <a:spcAft>
                          <a:spcPts val="0"/>
                        </a:spcAft>
                        <a:buNone/>
                      </a:pPr>
                      <a:r>
                        <a:rPr b="1" lang="en" sz="1200">
                          <a:solidFill>
                            <a:schemeClr val="dk1"/>
                          </a:solidFill>
                          <a:latin typeface="Roboto Mono"/>
                          <a:ea typeface="Roboto Mono"/>
                          <a:cs typeface="Roboto Mono"/>
                          <a:sym typeface="Roboto Mono"/>
                        </a:rPr>
                        <a:t>How to Activate</a:t>
                      </a:r>
                      <a:endParaRPr b="1" sz="1200">
                        <a:solidFill>
                          <a:schemeClr val="dk1"/>
                        </a:solidFill>
                        <a:latin typeface="Roboto Mono"/>
                        <a:ea typeface="Roboto Mono"/>
                        <a:cs typeface="Roboto Mono"/>
                        <a:sym typeface="Roboto Mono"/>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03FFFF"/>
                    </a:solidFill>
                  </a:tcPr>
                </a:tc>
              </a:tr>
              <a:tr h="721525">
                <a:tc>
                  <a:txBody>
                    <a:bodyPr/>
                    <a:lstStyle/>
                    <a:p>
                      <a:pPr indent="0" lvl="0" marL="0" rtl="0" algn="ctr">
                        <a:lnSpc>
                          <a:spcPct val="150000"/>
                        </a:lnSpc>
                        <a:spcBef>
                          <a:spcPts val="0"/>
                        </a:spcBef>
                        <a:spcAft>
                          <a:spcPts val="0"/>
                        </a:spcAft>
                        <a:buClr>
                          <a:schemeClr val="dk1"/>
                        </a:buClr>
                        <a:buSzPts val="1100"/>
                        <a:buFont typeface="Arial"/>
                        <a:buNone/>
                      </a:pPr>
                      <a:r>
                        <a:rPr lang="en" sz="1100">
                          <a:solidFill>
                            <a:schemeClr val="dk1"/>
                          </a:solidFill>
                          <a:latin typeface="Roboto Mono"/>
                          <a:ea typeface="Roboto Mono"/>
                          <a:cs typeface="Roboto Mono"/>
                          <a:sym typeface="Roboto Mono"/>
                        </a:rPr>
                        <a:t>Co-create content highlighting genuine gut health benefits with wellness experts.</a:t>
                      </a:r>
                      <a:endParaRPr sz="1100">
                        <a:solidFill>
                          <a:schemeClr val="dk1"/>
                        </a:solidFill>
                        <a:latin typeface="Roboto Mono"/>
                        <a:ea typeface="Roboto Mono"/>
                        <a:cs typeface="Roboto Mono"/>
                        <a:sym typeface="Roboto Mono"/>
                      </a:endParaRPr>
                    </a:p>
                    <a:p>
                      <a:pPr indent="0" lvl="0" marL="0" rtl="0" algn="ctr">
                        <a:lnSpc>
                          <a:spcPct val="150000"/>
                        </a:lnSpc>
                        <a:spcBef>
                          <a:spcPts val="0"/>
                        </a:spcBef>
                        <a:spcAft>
                          <a:spcPts val="0"/>
                        </a:spcAft>
                        <a:buClr>
                          <a:schemeClr val="dk1"/>
                        </a:buClr>
                        <a:buSzPts val="1100"/>
                        <a:buFont typeface="Arial"/>
                        <a:buNone/>
                      </a:pPr>
                      <a:r>
                        <a:rPr lang="en" sz="1100">
                          <a:solidFill>
                            <a:schemeClr val="dk1"/>
                          </a:solidFill>
                          <a:latin typeface="Roboto Mono"/>
                          <a:ea typeface="Roboto Mono"/>
                          <a:cs typeface="Roboto Mono"/>
                          <a:sym typeface="Roboto Mono"/>
                        </a:rPr>
                        <a:t>Produce lifestyle videos blending fitness and beverage rituals emphasizing natural ingredients.</a:t>
                      </a:r>
                      <a:endParaRPr sz="1100">
                        <a:solidFill>
                          <a:schemeClr val="dk1"/>
                        </a:solidFill>
                        <a:latin typeface="Roboto Mono"/>
                        <a:ea typeface="Roboto Mono"/>
                        <a:cs typeface="Roboto Mono"/>
                        <a:sym typeface="Roboto Mono"/>
                      </a:endParaRPr>
                    </a:p>
                    <a:p>
                      <a:pPr indent="0" lvl="0" marL="0" rtl="0" algn="ctr">
                        <a:lnSpc>
                          <a:spcPct val="150000"/>
                        </a:lnSpc>
                        <a:spcBef>
                          <a:spcPts val="0"/>
                        </a:spcBef>
                        <a:spcAft>
                          <a:spcPts val="0"/>
                        </a:spcAft>
                        <a:buClr>
                          <a:schemeClr val="dk1"/>
                        </a:buClr>
                        <a:buSzPts val="1100"/>
                        <a:buFont typeface="Arial"/>
                        <a:buNone/>
                      </a:pPr>
                      <a:r>
                        <a:rPr lang="en" sz="1100">
                          <a:solidFill>
                            <a:schemeClr val="dk1"/>
                          </a:solidFill>
                          <a:latin typeface="Roboto Mono"/>
                          <a:ea typeface="Roboto Mono"/>
                          <a:cs typeface="Roboto Mono"/>
                          <a:sym typeface="Roboto Mono"/>
                        </a:rPr>
                        <a:t>Host experiential activations tying Poppi consumption to holistic self-care routines.</a:t>
                      </a:r>
                      <a:endParaRPr sz="1100">
                        <a:solidFill>
                          <a:schemeClr val="dk1"/>
                        </a:solidFill>
                        <a:latin typeface="Roboto Mono"/>
                        <a:ea typeface="Roboto Mono"/>
                        <a:cs typeface="Roboto Mono"/>
                        <a:sym typeface="Roboto Mono"/>
                      </a:endParaRPr>
                    </a:p>
                  </a:txBody>
                  <a:tcPr marT="18287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Launch limited edition flavors tied to music festivals or artist tours.</a:t>
                      </a:r>
                      <a:endParaRPr sz="1100">
                        <a:solidFill>
                          <a:schemeClr val="dk1"/>
                        </a:solidFill>
                        <a:latin typeface="Roboto Mono"/>
                        <a:ea typeface="Roboto Mono"/>
                        <a:cs typeface="Roboto Mono"/>
                        <a:sym typeface="Roboto Mono"/>
                      </a:endParaRPr>
                    </a:p>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Feature behind-the-scenes artist content with branded experiential giveaways.</a:t>
                      </a:r>
                      <a:endParaRPr sz="1100">
                        <a:solidFill>
                          <a:schemeClr val="dk1"/>
                        </a:solidFill>
                        <a:latin typeface="Roboto Mono"/>
                        <a:ea typeface="Roboto Mono"/>
                        <a:cs typeface="Roboto Mono"/>
                        <a:sym typeface="Roboto Mono"/>
                      </a:endParaRPr>
                    </a:p>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Co-develop exclusive pop-up events combining beverage tasting and live performances.</a:t>
                      </a:r>
                      <a:endParaRPr sz="1100">
                        <a:solidFill>
                          <a:schemeClr val="dk1"/>
                        </a:solidFill>
                        <a:latin typeface="Roboto Mono"/>
                        <a:ea typeface="Roboto Mono"/>
                        <a:cs typeface="Roboto Mono"/>
                        <a:sym typeface="Roboto Mono"/>
                      </a:endParaRPr>
                    </a:p>
                  </a:txBody>
                  <a:tcPr marT="182875" marB="91425" marR="91425" marL="91425" anchor="ctr">
                    <a:lnL cap="flat" cmpd="sng" w="9525">
                      <a:solidFill>
                        <a:srgbClr val="9E9E9E">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Collab on limited-run apparel tied to exclusive flavor drops.</a:t>
                      </a:r>
                      <a:endParaRPr sz="1100">
                        <a:solidFill>
                          <a:schemeClr val="dk1"/>
                        </a:solidFill>
                        <a:latin typeface="Roboto Mono"/>
                        <a:ea typeface="Roboto Mono"/>
                        <a:cs typeface="Roboto Mono"/>
                        <a:sym typeface="Roboto Mono"/>
                      </a:endParaRPr>
                    </a:p>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Design merch drop campaigns that integrate digital community challenges.</a:t>
                      </a:r>
                      <a:endParaRPr sz="1100">
                        <a:solidFill>
                          <a:schemeClr val="dk1"/>
                        </a:solidFill>
                        <a:latin typeface="Roboto Mono"/>
                        <a:ea typeface="Roboto Mono"/>
                        <a:cs typeface="Roboto Mono"/>
                        <a:sym typeface="Roboto Mono"/>
                      </a:endParaRPr>
                    </a:p>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Use apparel as identity badges in live and digital events.</a:t>
                      </a:r>
                      <a:endParaRPr sz="1100">
                        <a:solidFill>
                          <a:schemeClr val="dk1"/>
                        </a:solidFill>
                        <a:latin typeface="Roboto Mono"/>
                        <a:ea typeface="Roboto Mono"/>
                        <a:cs typeface="Roboto Mono"/>
                        <a:sym typeface="Roboto Mono"/>
                      </a:endParaRPr>
                    </a:p>
                  </a:txBody>
                  <a:tcPr marT="18287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Integrate real-time inventory updates synced with marketing campaigns.</a:t>
                      </a:r>
                      <a:endParaRPr sz="1100">
                        <a:solidFill>
                          <a:schemeClr val="dk1"/>
                        </a:solidFill>
                        <a:latin typeface="Roboto Mono"/>
                        <a:ea typeface="Roboto Mono"/>
                        <a:cs typeface="Roboto Mono"/>
                        <a:sym typeface="Roboto Mono"/>
                      </a:endParaRPr>
                    </a:p>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Offer early-access online drops through platform gamification.</a:t>
                      </a:r>
                      <a:endParaRPr sz="1100">
                        <a:solidFill>
                          <a:schemeClr val="dk1"/>
                        </a:solidFill>
                        <a:latin typeface="Roboto Mono"/>
                        <a:ea typeface="Roboto Mono"/>
                        <a:cs typeface="Roboto Mono"/>
                        <a:sym typeface="Roboto Mono"/>
                      </a:endParaRPr>
                    </a:p>
                    <a:p>
                      <a:pPr indent="0" lvl="0" marL="0" rtl="0" algn="ctr">
                        <a:lnSpc>
                          <a:spcPct val="150000"/>
                        </a:lnSpc>
                        <a:spcBef>
                          <a:spcPts val="0"/>
                        </a:spcBef>
                        <a:spcAft>
                          <a:spcPts val="0"/>
                        </a:spcAft>
                        <a:buNone/>
                      </a:pPr>
                      <a:r>
                        <a:rPr lang="en" sz="1100">
                          <a:solidFill>
                            <a:schemeClr val="dk1"/>
                          </a:solidFill>
                          <a:latin typeface="Roboto Mono"/>
                          <a:ea typeface="Roboto Mono"/>
                          <a:cs typeface="Roboto Mono"/>
                          <a:sym typeface="Roboto Mono"/>
                        </a:rPr>
                        <a:t>Leverage mobile-friendly checkout flows optimized for high traffic spikes.</a:t>
                      </a:r>
                      <a:endParaRPr sz="1100">
                        <a:solidFill>
                          <a:schemeClr val="dk1"/>
                        </a:solidFill>
                        <a:latin typeface="Roboto Mono"/>
                        <a:ea typeface="Roboto Mono"/>
                        <a:cs typeface="Roboto Mono"/>
                        <a:sym typeface="Roboto Mono"/>
                      </a:endParaRPr>
                    </a:p>
                  </a:txBody>
                  <a:tcPr marT="182875" marB="91425" marR="91425" marL="91425" anchor="ctr">
                    <a:lnL cap="flat" cmpd="sng" w="9525">
                      <a:solidFill>
                        <a:srgbClr val="FFFFFF"/>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cxnSp>
        <p:nvCxnSpPr>
          <p:cNvPr id="382" name="Google Shape;382;p61"/>
          <p:cNvCxnSpPr/>
          <p:nvPr/>
        </p:nvCxnSpPr>
        <p:spPr>
          <a:xfrm flipH="1">
            <a:off x="4561950" y="3037413"/>
            <a:ext cx="8846700" cy="9000"/>
          </a:xfrm>
          <a:prstGeom prst="straightConnector1">
            <a:avLst/>
          </a:prstGeom>
          <a:noFill/>
          <a:ln cap="flat" cmpd="sng" w="38100">
            <a:solidFill>
              <a:srgbClr val="FFFFFF"/>
            </a:solidFill>
            <a:prstDash val="solid"/>
            <a:round/>
            <a:headEnd len="med" w="med" type="none"/>
            <a:tailEnd len="med" w="med" type="none"/>
          </a:ln>
        </p:spPr>
      </p:cxnSp>
      <p:sp>
        <p:nvSpPr>
          <p:cNvPr id="383" name="Google Shape;383;p61"/>
          <p:cNvSpPr txBox="1"/>
          <p:nvPr/>
        </p:nvSpPr>
        <p:spPr>
          <a:xfrm>
            <a:off x="1487700" y="2005150"/>
            <a:ext cx="15312600" cy="76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Mono"/>
                <a:ea typeface="Roboto Mono"/>
                <a:cs typeface="Roboto Mono"/>
                <a:sym typeface="Roboto Mono"/>
              </a:rPr>
              <a:t>Poppi blends lifestyle, influencer partnerships, and product scarcity to build a loyal cultural community. Addressing product availability and communication gaps is vital. Jose Cuervo should emulate this immersive vibe-driven storytelling to engage younger, culture-focused audiences.</a:t>
            </a:r>
            <a:endParaRPr>
              <a:latin typeface="Roboto Mono"/>
              <a:ea typeface="Roboto Mono"/>
              <a:cs typeface="Roboto Mono"/>
              <a:sym typeface="Roboto Mono"/>
            </a:endParaRPr>
          </a:p>
        </p:txBody>
      </p:sp>
      <p:sp>
        <p:nvSpPr>
          <p:cNvPr id="384" name="Google Shape;384;p61"/>
          <p:cNvSpPr/>
          <p:nvPr/>
        </p:nvSpPr>
        <p:spPr>
          <a:xfrm>
            <a:off x="4981300" y="3378000"/>
            <a:ext cx="3700800" cy="572100"/>
          </a:xfrm>
          <a:prstGeom prst="roundRect">
            <a:avLst>
              <a:gd fmla="val 16667" name="adj"/>
            </a:avLst>
          </a:prstGeom>
          <a:solidFill>
            <a:schemeClr val="dk2"/>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chemeClr val="dk1"/>
              </a:buClr>
              <a:buSzPts val="1100"/>
              <a:buFont typeface="Arial"/>
              <a:buNone/>
            </a:pPr>
            <a:r>
              <a:rPr b="1" lang="en">
                <a:solidFill>
                  <a:schemeClr val="dk1"/>
                </a:solidFill>
                <a:latin typeface="Roboto Mono"/>
                <a:ea typeface="Roboto Mono"/>
                <a:cs typeface="Roboto Mono"/>
                <a:sym typeface="Roboto Mono"/>
              </a:rPr>
              <a:t>Music and Entertainment</a:t>
            </a:r>
            <a:endParaRPr>
              <a:latin typeface="Inter"/>
              <a:ea typeface="Inter"/>
              <a:cs typeface="Inter"/>
              <a:sym typeface="Inter"/>
            </a:endParaRPr>
          </a:p>
        </p:txBody>
      </p:sp>
      <p:sp>
        <p:nvSpPr>
          <p:cNvPr id="385" name="Google Shape;385;p61"/>
          <p:cNvSpPr/>
          <p:nvPr/>
        </p:nvSpPr>
        <p:spPr>
          <a:xfrm>
            <a:off x="9211200" y="3378000"/>
            <a:ext cx="3700800" cy="572100"/>
          </a:xfrm>
          <a:prstGeom prst="roundRect">
            <a:avLst>
              <a:gd fmla="val 16667" name="adj"/>
            </a:avLst>
          </a:prstGeom>
          <a:solidFill>
            <a:schemeClr val="dk2"/>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chemeClr val="dk1"/>
              </a:buClr>
              <a:buSzPts val="1100"/>
              <a:buFont typeface="Arial"/>
              <a:buNone/>
            </a:pPr>
            <a:r>
              <a:rPr b="1" lang="en">
                <a:solidFill>
                  <a:schemeClr val="dk1"/>
                </a:solidFill>
                <a:latin typeface="Roboto Mono"/>
                <a:ea typeface="Roboto Mono"/>
                <a:cs typeface="Roboto Mono"/>
                <a:sym typeface="Roboto Mono"/>
              </a:rPr>
              <a:t>Fashion and Lifestyle Apparel</a:t>
            </a:r>
            <a:endParaRPr>
              <a:latin typeface="Inter"/>
              <a:ea typeface="Inter"/>
              <a:cs typeface="Inter"/>
              <a:sym typeface="Inter"/>
            </a:endParaRPr>
          </a:p>
        </p:txBody>
      </p:sp>
      <p:sp>
        <p:nvSpPr>
          <p:cNvPr id="386" name="Google Shape;386;p61"/>
          <p:cNvSpPr/>
          <p:nvPr/>
        </p:nvSpPr>
        <p:spPr>
          <a:xfrm>
            <a:off x="13441100" y="3378000"/>
            <a:ext cx="3700800" cy="572100"/>
          </a:xfrm>
          <a:prstGeom prst="roundRect">
            <a:avLst>
              <a:gd fmla="val 16667" name="adj"/>
            </a:avLst>
          </a:prstGeom>
          <a:solidFill>
            <a:schemeClr val="dk2"/>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chemeClr val="dk1"/>
              </a:buClr>
              <a:buSzPts val="1100"/>
              <a:buFont typeface="Arial"/>
              <a:buNone/>
            </a:pPr>
            <a:r>
              <a:rPr b="1" lang="en">
                <a:solidFill>
                  <a:schemeClr val="dk1"/>
                </a:solidFill>
                <a:latin typeface="Roboto Mono"/>
                <a:ea typeface="Roboto Mono"/>
                <a:cs typeface="Roboto Mono"/>
                <a:sym typeface="Roboto Mono"/>
              </a:rPr>
              <a:t>E-Commerce Infrastructure &amp; Tech</a:t>
            </a:r>
            <a:endParaRPr>
              <a:latin typeface="Inter"/>
              <a:ea typeface="Inter"/>
              <a:cs typeface="Inter"/>
              <a:sym typeface="Inter"/>
            </a:endParaRPr>
          </a:p>
        </p:txBody>
      </p:sp>
      <p:grpSp>
        <p:nvGrpSpPr>
          <p:cNvPr id="387" name="Google Shape;387;p61"/>
          <p:cNvGrpSpPr/>
          <p:nvPr/>
        </p:nvGrpSpPr>
        <p:grpSpPr>
          <a:xfrm>
            <a:off x="670232" y="383825"/>
            <a:ext cx="8915094" cy="1324800"/>
            <a:chOff x="693125" y="512875"/>
            <a:chExt cx="3268595" cy="662400"/>
          </a:xfrm>
        </p:grpSpPr>
        <p:sp>
          <p:nvSpPr>
            <p:cNvPr id="388" name="Google Shape;388;p61"/>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389" name="Google Shape;389;p61"/>
            <p:cNvSpPr/>
            <p:nvPr/>
          </p:nvSpPr>
          <p:spPr>
            <a:xfrm>
              <a:off x="737920"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Future </a:t>
              </a:r>
              <a:r>
                <a:rPr b="1" lang="en" sz="3600">
                  <a:solidFill>
                    <a:schemeClr val="dk1"/>
                  </a:solidFill>
                  <a:latin typeface="Roboto Mono"/>
                  <a:ea typeface="Roboto Mono"/>
                  <a:cs typeface="Roboto Mono"/>
                  <a:sym typeface="Roboto Mono"/>
                </a:rPr>
                <a:t>Sponsorship Suggestions</a:t>
              </a:r>
              <a:endParaRPr b="1" sz="3600">
                <a:solidFill>
                  <a:schemeClr val="dk1"/>
                </a:solidFill>
                <a:latin typeface="Roboto Mono"/>
                <a:ea typeface="Roboto Mono"/>
                <a:cs typeface="Roboto Mono"/>
                <a:sym typeface="Roboto Mono"/>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grpSp>
        <p:nvGrpSpPr>
          <p:cNvPr id="394" name="Google Shape;394;p62"/>
          <p:cNvGrpSpPr/>
          <p:nvPr/>
        </p:nvGrpSpPr>
        <p:grpSpPr>
          <a:xfrm>
            <a:off x="670277" y="383825"/>
            <a:ext cx="8092590" cy="1324800"/>
            <a:chOff x="693125" y="512875"/>
            <a:chExt cx="3300000" cy="662400"/>
          </a:xfrm>
        </p:grpSpPr>
        <p:sp>
          <p:nvSpPr>
            <p:cNvPr id="395" name="Google Shape;395;p62"/>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396" name="Google Shape;396;p62"/>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Engagement Analysis</a:t>
              </a:r>
              <a:endParaRPr b="1" sz="3600">
                <a:solidFill>
                  <a:schemeClr val="dk1"/>
                </a:solidFill>
                <a:latin typeface="Roboto Mono"/>
                <a:ea typeface="Roboto Mono"/>
                <a:cs typeface="Roboto Mono"/>
                <a:sym typeface="Roboto Mono"/>
              </a:endParaRPr>
            </a:p>
          </p:txBody>
        </p:sp>
      </p:grpSp>
      <p:pic>
        <p:nvPicPr>
          <p:cNvPr id="397" name="Google Shape;397;p62"/>
          <p:cNvPicPr preferRelativeResize="0"/>
          <p:nvPr/>
        </p:nvPicPr>
        <p:blipFill>
          <a:blip r:embed="rId3">
            <a:alphaModFix/>
          </a:blip>
          <a:stretch>
            <a:fillRect/>
          </a:stretch>
        </p:blipFill>
        <p:spPr>
          <a:xfrm>
            <a:off x="5697433" y="2163450"/>
            <a:ext cx="11594500" cy="6956700"/>
          </a:xfrm>
          <a:prstGeom prst="rect">
            <a:avLst/>
          </a:prstGeom>
          <a:noFill/>
          <a:ln cap="flat" cmpd="sng" w="9525">
            <a:solidFill>
              <a:srgbClr val="595959"/>
            </a:solidFill>
            <a:prstDash val="solid"/>
            <a:round/>
            <a:headEnd len="sm" w="sm" type="none"/>
            <a:tailEnd len="sm" w="sm" type="none"/>
          </a:ln>
        </p:spPr>
      </p:pic>
      <p:sp>
        <p:nvSpPr>
          <p:cNvPr id="398" name="Google Shape;398;p62"/>
          <p:cNvSpPr/>
          <p:nvPr/>
        </p:nvSpPr>
        <p:spPr>
          <a:xfrm>
            <a:off x="746475" y="2161800"/>
            <a:ext cx="39852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marR="0" rtl="0" algn="ctr">
              <a:spcBef>
                <a:spcPts val="0"/>
              </a:spcBef>
              <a:spcAft>
                <a:spcPts val="0"/>
              </a:spcAft>
              <a:buNone/>
            </a:pPr>
            <a:r>
              <a:rPr b="1" lang="en" sz="2000">
                <a:solidFill>
                  <a:schemeClr val="dk1"/>
                </a:solidFill>
                <a:latin typeface="Roboto Mono"/>
                <a:ea typeface="Roboto Mono"/>
                <a:cs typeface="Roboto Mono"/>
                <a:sym typeface="Roboto Mono"/>
              </a:rPr>
              <a:t>Summary</a:t>
            </a:r>
            <a:endParaRPr sz="2000">
              <a:latin typeface="Inter"/>
              <a:ea typeface="Inter"/>
              <a:cs typeface="Inter"/>
              <a:sym typeface="Inter"/>
            </a:endParaRPr>
          </a:p>
        </p:txBody>
      </p:sp>
      <p:sp>
        <p:nvSpPr>
          <p:cNvPr id="399" name="Google Shape;399;p62"/>
          <p:cNvSpPr/>
          <p:nvPr/>
        </p:nvSpPr>
        <p:spPr>
          <a:xfrm>
            <a:off x="746475" y="2972575"/>
            <a:ext cx="3985200" cy="614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5"/>
              <a:buFont typeface="Arial"/>
              <a:buNone/>
            </a:pPr>
            <a:r>
              <a:rPr lang="en">
                <a:solidFill>
                  <a:schemeClr val="dk1"/>
                </a:solidFill>
                <a:latin typeface="Roboto Mono"/>
                <a:ea typeface="Roboto Mono"/>
                <a:cs typeface="Roboto Mono"/>
                <a:sym typeface="Roboto Mono"/>
              </a:rPr>
              <a:t>Poppi’s audience thrives on authentic connections, exploding on posts integrating influencers, giveaways, and cultural moments.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rPr lang="en">
                <a:solidFill>
                  <a:schemeClr val="dk1"/>
                </a:solidFill>
                <a:latin typeface="Roboto Mono"/>
                <a:ea typeface="Roboto Mono"/>
                <a:cs typeface="Roboto Mono"/>
                <a:sym typeface="Roboto Mono"/>
              </a:rPr>
              <a:t>Top videos yield likes in six figures with comments surpassing 900+ (e.g., 136K likes/964 comments).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rPr lang="en">
                <a:solidFill>
                  <a:schemeClr val="dk1"/>
                </a:solidFill>
                <a:latin typeface="Roboto Mono"/>
                <a:ea typeface="Roboto Mono"/>
                <a:cs typeface="Roboto Mono"/>
                <a:sym typeface="Roboto Mono"/>
              </a:rPr>
              <a:t>Conversely, product-only posts without cultural context or engagement CTAs garner middling response.</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Clr>
                <a:srgbClr val="000000"/>
              </a:buClr>
              <a:buSzPts val="275"/>
              <a:buFont typeface="Arial"/>
              <a:buNone/>
            </a:pPr>
            <a:r>
              <a:rPr lang="en">
                <a:solidFill>
                  <a:schemeClr val="dk1"/>
                </a:solidFill>
                <a:latin typeface="Roboto Mono"/>
                <a:ea typeface="Roboto Mono"/>
                <a:cs typeface="Roboto Mono"/>
                <a:sym typeface="Roboto Mono"/>
              </a:rPr>
              <a:t>The tone-driven comment culture—fans echoing 'VIBES' en masse—creates a self-reinforcing community, showing Poppi’s success hinges on participatory brand ethos and live social momentum.</a:t>
            </a:r>
            <a:endParaRPr>
              <a:solidFill>
                <a:schemeClr val="dk1"/>
              </a:solidFill>
              <a:latin typeface="Roboto Mono"/>
              <a:ea typeface="Roboto Mono"/>
              <a:cs typeface="Roboto Mono"/>
              <a:sym typeface="Roboto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cxnSp>
        <p:nvCxnSpPr>
          <p:cNvPr id="404" name="Google Shape;404;p63"/>
          <p:cNvCxnSpPr/>
          <p:nvPr/>
        </p:nvCxnSpPr>
        <p:spPr>
          <a:xfrm flipH="1" rot="10800000">
            <a:off x="670263" y="2690763"/>
            <a:ext cx="16583400" cy="19800"/>
          </a:xfrm>
          <a:prstGeom prst="straightConnector1">
            <a:avLst/>
          </a:prstGeom>
          <a:noFill/>
          <a:ln cap="flat" cmpd="sng" w="38100">
            <a:solidFill>
              <a:srgbClr val="FFFFFF"/>
            </a:solidFill>
            <a:prstDash val="solid"/>
            <a:round/>
            <a:headEnd len="med" w="med" type="none"/>
            <a:tailEnd len="med" w="med" type="none"/>
          </a:ln>
        </p:spPr>
      </p:cxnSp>
      <p:grpSp>
        <p:nvGrpSpPr>
          <p:cNvPr id="405" name="Google Shape;405;p63"/>
          <p:cNvGrpSpPr/>
          <p:nvPr/>
        </p:nvGrpSpPr>
        <p:grpSpPr>
          <a:xfrm>
            <a:off x="670275" y="383825"/>
            <a:ext cx="6600000" cy="1324800"/>
            <a:chOff x="693125" y="512875"/>
            <a:chExt cx="3300000" cy="662400"/>
          </a:xfrm>
        </p:grpSpPr>
        <p:sp>
          <p:nvSpPr>
            <p:cNvPr id="406" name="Google Shape;406;p63"/>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407" name="Google Shape;407;p63"/>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Snapshot</a:t>
              </a:r>
              <a:endParaRPr sz="3600">
                <a:latin typeface="Inter"/>
                <a:ea typeface="Inter"/>
                <a:cs typeface="Inter"/>
                <a:sym typeface="Inter"/>
              </a:endParaRPr>
            </a:p>
          </p:txBody>
        </p:sp>
      </p:grpSp>
      <p:sp>
        <p:nvSpPr>
          <p:cNvPr id="408" name="Google Shape;408;p63"/>
          <p:cNvSpPr txBox="1"/>
          <p:nvPr/>
        </p:nvSpPr>
        <p:spPr>
          <a:xfrm>
            <a:off x="670275" y="1876450"/>
            <a:ext cx="14131500" cy="646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500">
                <a:latin typeface="Roboto Mono"/>
                <a:ea typeface="Roboto Mono"/>
                <a:cs typeface="Roboto Mono"/>
                <a:sym typeface="Roboto Mono"/>
              </a:rPr>
              <a:t>We’ve scoured this profile to understand how this account speaks to their audience while uncovering the real conversations, emotions, wants and needs happening in the comments.</a:t>
            </a:r>
            <a:endParaRPr sz="1500">
              <a:latin typeface="Roboto Mono"/>
              <a:ea typeface="Roboto Mono"/>
              <a:cs typeface="Roboto Mono"/>
              <a:sym typeface="Roboto Mono"/>
            </a:endParaRPr>
          </a:p>
        </p:txBody>
      </p:sp>
      <p:sp>
        <p:nvSpPr>
          <p:cNvPr id="409" name="Google Shape;409;p63"/>
          <p:cNvSpPr/>
          <p:nvPr/>
        </p:nvSpPr>
        <p:spPr>
          <a:xfrm>
            <a:off x="721850" y="3850775"/>
            <a:ext cx="3684600" cy="572100"/>
          </a:xfrm>
          <a:prstGeom prst="roundRect">
            <a:avLst>
              <a:gd fmla="val 16667" name="adj"/>
            </a:avLst>
          </a:prstGeom>
          <a:solidFill>
            <a:schemeClr val="dk2"/>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latin typeface="Roboto Mono"/>
                <a:ea typeface="Roboto Mono"/>
                <a:cs typeface="Roboto Mono"/>
                <a:sym typeface="Roboto Mono"/>
              </a:rPr>
              <a:t>drinkpoppi</a:t>
            </a:r>
            <a:endParaRPr sz="2000">
              <a:latin typeface="Inter"/>
              <a:ea typeface="Inter"/>
              <a:cs typeface="Inter"/>
              <a:sym typeface="Inter"/>
            </a:endParaRPr>
          </a:p>
        </p:txBody>
      </p:sp>
      <p:sp>
        <p:nvSpPr>
          <p:cNvPr id="410" name="Google Shape;410;p63"/>
          <p:cNvSpPr/>
          <p:nvPr/>
        </p:nvSpPr>
        <p:spPr>
          <a:xfrm>
            <a:off x="5058625" y="6553529"/>
            <a:ext cx="3800400" cy="5487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latin typeface="Roboto Mono"/>
                <a:ea typeface="Roboto Mono"/>
                <a:cs typeface="Roboto Mono"/>
                <a:sym typeface="Roboto Mono"/>
              </a:rPr>
              <a:t>Avg Likes</a:t>
            </a:r>
            <a:endParaRPr sz="2000">
              <a:latin typeface="Inter"/>
              <a:ea typeface="Inter"/>
              <a:cs typeface="Inter"/>
              <a:sym typeface="Inter"/>
            </a:endParaRPr>
          </a:p>
        </p:txBody>
      </p:sp>
      <p:sp>
        <p:nvSpPr>
          <p:cNvPr id="411" name="Google Shape;411;p63"/>
          <p:cNvSpPr/>
          <p:nvPr/>
        </p:nvSpPr>
        <p:spPr>
          <a:xfrm>
            <a:off x="9451906" y="6553517"/>
            <a:ext cx="3800400" cy="5487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latin typeface="Roboto Mono"/>
                <a:ea typeface="Roboto Mono"/>
                <a:cs typeface="Roboto Mono"/>
                <a:sym typeface="Roboto Mono"/>
              </a:rPr>
              <a:t>Avg Comments</a:t>
            </a:r>
            <a:endParaRPr sz="2000">
              <a:latin typeface="Inter"/>
              <a:ea typeface="Inter"/>
              <a:cs typeface="Inter"/>
              <a:sym typeface="Inter"/>
            </a:endParaRPr>
          </a:p>
        </p:txBody>
      </p:sp>
      <p:pic>
        <p:nvPicPr>
          <p:cNvPr id="412" name="Google Shape;412;p63"/>
          <p:cNvPicPr preferRelativeResize="0"/>
          <p:nvPr/>
        </p:nvPicPr>
        <p:blipFill>
          <a:blip r:embed="rId3">
            <a:alphaModFix/>
          </a:blip>
          <a:stretch>
            <a:fillRect/>
          </a:stretch>
        </p:blipFill>
        <p:spPr>
          <a:xfrm>
            <a:off x="983300" y="4634350"/>
            <a:ext cx="3161700" cy="3161700"/>
          </a:xfrm>
          <a:prstGeom prst="rect">
            <a:avLst/>
          </a:prstGeom>
          <a:noFill/>
          <a:ln cap="flat" cmpd="sng" w="9525">
            <a:solidFill>
              <a:srgbClr val="595959"/>
            </a:solidFill>
            <a:prstDash val="solid"/>
            <a:round/>
            <a:headEnd len="sm" w="sm" type="none"/>
            <a:tailEnd len="sm" w="sm" type="none"/>
          </a:ln>
        </p:spPr>
      </p:pic>
      <p:sp>
        <p:nvSpPr>
          <p:cNvPr id="413" name="Google Shape;413;p63"/>
          <p:cNvSpPr/>
          <p:nvPr/>
        </p:nvSpPr>
        <p:spPr>
          <a:xfrm>
            <a:off x="7228793" y="4087199"/>
            <a:ext cx="3533100" cy="5487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latin typeface="Roboto Mono"/>
                <a:ea typeface="Roboto Mono"/>
                <a:cs typeface="Roboto Mono"/>
                <a:sym typeface="Roboto Mono"/>
              </a:rPr>
              <a:t>Followers</a:t>
            </a:r>
            <a:endParaRPr sz="2000">
              <a:latin typeface="Inter"/>
              <a:ea typeface="Inter"/>
              <a:cs typeface="Inter"/>
              <a:sym typeface="Inter"/>
            </a:endParaRPr>
          </a:p>
        </p:txBody>
      </p:sp>
      <p:sp>
        <p:nvSpPr>
          <p:cNvPr id="414" name="Google Shape;414;p63"/>
          <p:cNvSpPr txBox="1"/>
          <p:nvPr/>
        </p:nvSpPr>
        <p:spPr>
          <a:xfrm>
            <a:off x="7228793" y="4703186"/>
            <a:ext cx="3533100" cy="10314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2200">
                <a:solidFill>
                  <a:schemeClr val="dk1"/>
                </a:solidFill>
                <a:latin typeface="Roboto Mono"/>
                <a:ea typeface="Roboto Mono"/>
                <a:cs typeface="Roboto Mono"/>
                <a:sym typeface="Roboto Mono"/>
              </a:rPr>
              <a:t>635,290</a:t>
            </a:r>
            <a:endParaRPr b="1" sz="2200">
              <a:solidFill>
                <a:schemeClr val="dk1"/>
              </a:solidFill>
              <a:latin typeface="Roboto Mono"/>
              <a:ea typeface="Roboto Mono"/>
              <a:cs typeface="Roboto Mono"/>
              <a:sym typeface="Roboto Mono"/>
            </a:endParaRPr>
          </a:p>
        </p:txBody>
      </p:sp>
      <p:sp>
        <p:nvSpPr>
          <p:cNvPr id="415" name="Google Shape;415;p63"/>
          <p:cNvSpPr/>
          <p:nvPr/>
        </p:nvSpPr>
        <p:spPr>
          <a:xfrm>
            <a:off x="12041321" y="4087188"/>
            <a:ext cx="3533100" cy="5487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latin typeface="Roboto Mono"/>
                <a:ea typeface="Roboto Mono"/>
                <a:cs typeface="Roboto Mono"/>
                <a:sym typeface="Roboto Mono"/>
              </a:rPr>
              <a:t>Following</a:t>
            </a:r>
            <a:endParaRPr sz="2000">
              <a:latin typeface="Inter"/>
              <a:ea typeface="Inter"/>
              <a:cs typeface="Inter"/>
              <a:sym typeface="Inter"/>
            </a:endParaRPr>
          </a:p>
        </p:txBody>
      </p:sp>
      <p:sp>
        <p:nvSpPr>
          <p:cNvPr id="416" name="Google Shape;416;p63"/>
          <p:cNvSpPr txBox="1"/>
          <p:nvPr/>
        </p:nvSpPr>
        <p:spPr>
          <a:xfrm>
            <a:off x="12041321" y="4703174"/>
            <a:ext cx="3533100" cy="10314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2200">
                <a:latin typeface="Roboto Mono"/>
                <a:ea typeface="Roboto Mono"/>
                <a:cs typeface="Roboto Mono"/>
                <a:sym typeface="Roboto Mono"/>
              </a:rPr>
              <a:t>2,832</a:t>
            </a:r>
            <a:endParaRPr b="1" sz="2200">
              <a:solidFill>
                <a:srgbClr val="000000"/>
              </a:solidFill>
              <a:latin typeface="Roboto Mono"/>
              <a:ea typeface="Roboto Mono"/>
              <a:cs typeface="Roboto Mono"/>
              <a:sym typeface="Roboto Mono"/>
            </a:endParaRPr>
          </a:p>
        </p:txBody>
      </p:sp>
      <p:sp>
        <p:nvSpPr>
          <p:cNvPr id="417" name="Google Shape;417;p63"/>
          <p:cNvSpPr/>
          <p:nvPr/>
        </p:nvSpPr>
        <p:spPr>
          <a:xfrm>
            <a:off x="13845186" y="6553529"/>
            <a:ext cx="3800400" cy="5487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latin typeface="Roboto Mono"/>
                <a:ea typeface="Roboto Mono"/>
                <a:cs typeface="Roboto Mono"/>
                <a:sym typeface="Roboto Mono"/>
              </a:rPr>
              <a:t>Avg Engagement Rate</a:t>
            </a:r>
            <a:endParaRPr sz="2000">
              <a:latin typeface="Inter"/>
              <a:ea typeface="Inter"/>
              <a:cs typeface="Inter"/>
              <a:sym typeface="Inter"/>
            </a:endParaRPr>
          </a:p>
        </p:txBody>
      </p:sp>
      <p:sp>
        <p:nvSpPr>
          <p:cNvPr id="418" name="Google Shape;418;p63"/>
          <p:cNvSpPr txBox="1"/>
          <p:nvPr/>
        </p:nvSpPr>
        <p:spPr>
          <a:xfrm>
            <a:off x="111500" y="9719825"/>
            <a:ext cx="6310800" cy="468600"/>
          </a:xfrm>
          <a:prstGeom prst="rect">
            <a:avLst/>
          </a:prstGeom>
          <a:noFill/>
          <a:ln>
            <a:noFill/>
          </a:ln>
        </p:spPr>
        <p:txBody>
          <a:bodyPr anchorCtr="0" anchor="b" bIns="91450" lIns="91450" spcFirstLastPara="1" rIns="91450" wrap="square" tIns="91450">
            <a:noAutofit/>
          </a:bodyPr>
          <a:lstStyle/>
          <a:p>
            <a:pPr indent="0" lvl="0" marL="0" rtl="0" algn="l">
              <a:spcBef>
                <a:spcPts val="0"/>
              </a:spcBef>
              <a:spcAft>
                <a:spcPts val="0"/>
              </a:spcAft>
              <a:buNone/>
            </a:pPr>
            <a:r>
              <a:rPr lang="en" sz="1200">
                <a:solidFill>
                  <a:srgbClr val="000000"/>
                </a:solidFill>
                <a:latin typeface="Roboto Mono"/>
                <a:ea typeface="Roboto Mono"/>
                <a:cs typeface="Roboto Mono"/>
                <a:sym typeface="Roboto Mono"/>
              </a:rPr>
              <a:t>All performance and averages are based on last 50 uploads</a:t>
            </a:r>
            <a:endParaRPr sz="1200">
              <a:solidFill>
                <a:srgbClr val="000000"/>
              </a:solidFill>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Engagement rate calculated as comments and likes over followers</a:t>
            </a:r>
            <a:endParaRPr sz="1200">
              <a:latin typeface="Roboto Mono"/>
              <a:ea typeface="Roboto Mono"/>
              <a:cs typeface="Roboto Mono"/>
              <a:sym typeface="Roboto Mono"/>
            </a:endParaRPr>
          </a:p>
        </p:txBody>
      </p:sp>
      <p:cxnSp>
        <p:nvCxnSpPr>
          <p:cNvPr id="419" name="Google Shape;419;p63"/>
          <p:cNvCxnSpPr/>
          <p:nvPr/>
        </p:nvCxnSpPr>
        <p:spPr>
          <a:xfrm flipH="1">
            <a:off x="6507247" y="5977000"/>
            <a:ext cx="9689700" cy="8700"/>
          </a:xfrm>
          <a:prstGeom prst="straightConnector1">
            <a:avLst/>
          </a:prstGeom>
          <a:noFill/>
          <a:ln cap="flat" cmpd="sng" w="38100">
            <a:solidFill>
              <a:srgbClr val="FFFFFF"/>
            </a:solidFill>
            <a:prstDash val="solid"/>
            <a:round/>
            <a:headEnd len="med" w="med" type="none"/>
            <a:tailEnd len="med" w="med" type="none"/>
          </a:ln>
        </p:spPr>
      </p:cxnSp>
      <p:sp>
        <p:nvSpPr>
          <p:cNvPr id="420" name="Google Shape;420;p63"/>
          <p:cNvSpPr txBox="1"/>
          <p:nvPr/>
        </p:nvSpPr>
        <p:spPr>
          <a:xfrm>
            <a:off x="5058618" y="7326799"/>
            <a:ext cx="3533100" cy="10314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2200">
                <a:latin typeface="Roboto Mono"/>
                <a:ea typeface="Roboto Mono"/>
                <a:cs typeface="Roboto Mono"/>
                <a:sym typeface="Roboto Mono"/>
              </a:rPr>
              <a:t>12,062</a:t>
            </a:r>
            <a:endParaRPr b="1" sz="2200">
              <a:solidFill>
                <a:srgbClr val="000000"/>
              </a:solidFill>
              <a:latin typeface="Roboto Mono"/>
              <a:ea typeface="Roboto Mono"/>
              <a:cs typeface="Roboto Mono"/>
              <a:sym typeface="Roboto Mono"/>
            </a:endParaRPr>
          </a:p>
        </p:txBody>
      </p:sp>
      <p:sp>
        <p:nvSpPr>
          <p:cNvPr id="421" name="Google Shape;421;p63"/>
          <p:cNvSpPr txBox="1"/>
          <p:nvPr/>
        </p:nvSpPr>
        <p:spPr>
          <a:xfrm>
            <a:off x="9451896" y="7326799"/>
            <a:ext cx="3533100" cy="10314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2200">
                <a:latin typeface="Roboto Mono"/>
                <a:ea typeface="Roboto Mono"/>
                <a:cs typeface="Roboto Mono"/>
                <a:sym typeface="Roboto Mono"/>
              </a:rPr>
              <a:t>211</a:t>
            </a:r>
            <a:endParaRPr b="1" sz="2200">
              <a:solidFill>
                <a:srgbClr val="000000"/>
              </a:solidFill>
              <a:latin typeface="Roboto Mono"/>
              <a:ea typeface="Roboto Mono"/>
              <a:cs typeface="Roboto Mono"/>
              <a:sym typeface="Roboto Mono"/>
            </a:endParaRPr>
          </a:p>
        </p:txBody>
      </p:sp>
      <p:sp>
        <p:nvSpPr>
          <p:cNvPr id="422" name="Google Shape;422;p63"/>
          <p:cNvSpPr txBox="1"/>
          <p:nvPr/>
        </p:nvSpPr>
        <p:spPr>
          <a:xfrm>
            <a:off x="13978821" y="7326799"/>
            <a:ext cx="3533100" cy="10314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2200">
                <a:latin typeface="Roboto Mono"/>
                <a:ea typeface="Roboto Mono"/>
                <a:cs typeface="Roboto Mono"/>
                <a:sym typeface="Roboto Mono"/>
              </a:rPr>
              <a:t>1.93 %</a:t>
            </a:r>
            <a:endParaRPr b="1" sz="2200">
              <a:solidFill>
                <a:srgbClr val="000000"/>
              </a:solidFill>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4"/>
          <p:cNvSpPr txBox="1"/>
          <p:nvPr>
            <p:ph idx="4294967295" type="body"/>
          </p:nvPr>
        </p:nvSpPr>
        <p:spPr>
          <a:xfrm>
            <a:off x="9204975" y="3452477"/>
            <a:ext cx="8185200" cy="1625700"/>
          </a:xfrm>
          <a:prstGeom prst="rect">
            <a:avLst/>
          </a:prstGeom>
        </p:spPr>
        <p:txBody>
          <a:bodyPr anchorCtr="0" anchor="ctr" bIns="182850" lIns="182850" spcFirstLastPara="1" rIns="182850" wrap="square" tIns="182850">
            <a:noAutofit/>
          </a:bodyPr>
          <a:lstStyle/>
          <a:p>
            <a:pPr indent="0" lvl="0" marL="0" rtl="0" algn="l">
              <a:lnSpc>
                <a:spcPct val="100000"/>
              </a:lnSpc>
              <a:spcBef>
                <a:spcPts val="0"/>
              </a:spcBef>
              <a:spcAft>
                <a:spcPts val="2000"/>
              </a:spcAft>
              <a:buSzPts val="275"/>
              <a:buNone/>
            </a:pPr>
            <a:r>
              <a:rPr lang="en" sz="1400">
                <a:latin typeface="Roboto Mono"/>
                <a:ea typeface="Roboto Mono"/>
                <a:cs typeface="Roboto Mono"/>
                <a:sym typeface="Roboto Mono"/>
              </a:rPr>
              <a:t>'VIBES' as a unifying cultural theme—Poppi frames every post, caption, and collab through a playful, youthful vibe-centric lens, creating lifestyle identity.</a:t>
            </a:r>
            <a:endParaRPr sz="1400">
              <a:latin typeface="Roboto Mono"/>
              <a:ea typeface="Roboto Mono"/>
              <a:cs typeface="Roboto Mono"/>
              <a:sym typeface="Roboto Mono"/>
            </a:endParaRPr>
          </a:p>
        </p:txBody>
      </p:sp>
      <p:cxnSp>
        <p:nvCxnSpPr>
          <p:cNvPr id="428" name="Google Shape;428;p64"/>
          <p:cNvCxnSpPr/>
          <p:nvPr/>
        </p:nvCxnSpPr>
        <p:spPr>
          <a:xfrm>
            <a:off x="8485400" y="3108500"/>
            <a:ext cx="30600" cy="6790500"/>
          </a:xfrm>
          <a:prstGeom prst="straightConnector1">
            <a:avLst/>
          </a:prstGeom>
          <a:noFill/>
          <a:ln cap="flat" cmpd="sng" w="38100">
            <a:solidFill>
              <a:srgbClr val="FFFFFF"/>
            </a:solidFill>
            <a:prstDash val="solid"/>
            <a:round/>
            <a:headEnd len="med" w="med" type="none"/>
            <a:tailEnd len="med" w="med" type="none"/>
          </a:ln>
        </p:spPr>
      </p:cxnSp>
      <p:grpSp>
        <p:nvGrpSpPr>
          <p:cNvPr id="429" name="Google Shape;429;p64"/>
          <p:cNvGrpSpPr/>
          <p:nvPr/>
        </p:nvGrpSpPr>
        <p:grpSpPr>
          <a:xfrm>
            <a:off x="670326" y="383825"/>
            <a:ext cx="9090540" cy="1324800"/>
            <a:chOff x="693125" y="512875"/>
            <a:chExt cx="3272568" cy="662400"/>
          </a:xfrm>
        </p:grpSpPr>
        <p:sp>
          <p:nvSpPr>
            <p:cNvPr id="430" name="Google Shape;430;p64"/>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431" name="Google Shape;431;p64"/>
            <p:cNvSpPr/>
            <p:nvPr/>
          </p:nvSpPr>
          <p:spPr>
            <a:xfrm>
              <a:off x="741893"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Creator Summary</a:t>
              </a:r>
              <a:endParaRPr sz="3600">
                <a:latin typeface="Inter"/>
                <a:ea typeface="Inter"/>
                <a:cs typeface="Inter"/>
                <a:sym typeface="Inter"/>
              </a:endParaRPr>
            </a:p>
          </p:txBody>
        </p:sp>
      </p:grpSp>
      <p:sp>
        <p:nvSpPr>
          <p:cNvPr id="432" name="Google Shape;432;p64"/>
          <p:cNvSpPr/>
          <p:nvPr/>
        </p:nvSpPr>
        <p:spPr>
          <a:xfrm>
            <a:off x="9204975" y="2897150"/>
            <a:ext cx="5476200" cy="5553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Common Themes and Topics</a:t>
            </a:r>
            <a:endParaRPr sz="2000">
              <a:latin typeface="Inter"/>
              <a:ea typeface="Inter"/>
              <a:cs typeface="Inter"/>
              <a:sym typeface="Inter"/>
            </a:endParaRPr>
          </a:p>
        </p:txBody>
      </p:sp>
      <p:sp>
        <p:nvSpPr>
          <p:cNvPr id="433" name="Google Shape;433;p64"/>
          <p:cNvSpPr/>
          <p:nvPr/>
        </p:nvSpPr>
        <p:spPr>
          <a:xfrm>
            <a:off x="9204975" y="5295342"/>
            <a:ext cx="5476200" cy="5553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What Hits</a:t>
            </a:r>
            <a:endParaRPr sz="2000">
              <a:latin typeface="Inter"/>
              <a:ea typeface="Inter"/>
              <a:cs typeface="Inter"/>
              <a:sym typeface="Inter"/>
            </a:endParaRPr>
          </a:p>
        </p:txBody>
      </p:sp>
      <p:sp>
        <p:nvSpPr>
          <p:cNvPr id="434" name="Google Shape;434;p64"/>
          <p:cNvSpPr/>
          <p:nvPr/>
        </p:nvSpPr>
        <p:spPr>
          <a:xfrm>
            <a:off x="719725" y="2888750"/>
            <a:ext cx="7076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marR="0" rtl="0" algn="l">
              <a:spcBef>
                <a:spcPts val="0"/>
              </a:spcBef>
              <a:spcAft>
                <a:spcPts val="0"/>
              </a:spcAft>
              <a:buNone/>
            </a:pPr>
            <a:r>
              <a:rPr b="1" lang="en" sz="2000">
                <a:solidFill>
                  <a:schemeClr val="dk1"/>
                </a:solidFill>
                <a:latin typeface="Roboto Mono"/>
                <a:ea typeface="Roboto Mono"/>
                <a:cs typeface="Roboto Mono"/>
                <a:sym typeface="Roboto Mono"/>
              </a:rPr>
              <a:t>Topline</a:t>
            </a:r>
            <a:endParaRPr sz="2000">
              <a:latin typeface="Inter"/>
              <a:ea typeface="Inter"/>
              <a:cs typeface="Inter"/>
              <a:sym typeface="Inter"/>
            </a:endParaRPr>
          </a:p>
        </p:txBody>
      </p:sp>
      <p:sp>
        <p:nvSpPr>
          <p:cNvPr id="435" name="Google Shape;435;p64"/>
          <p:cNvSpPr/>
          <p:nvPr/>
        </p:nvSpPr>
        <p:spPr>
          <a:xfrm>
            <a:off x="719725" y="3678075"/>
            <a:ext cx="7076700" cy="25674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Poppi’s Instagram is a masterclass in vibe-driven branding, merging colorful product showcases with cultural collaborations and lifestyle content.</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Their vibrant, playful persona connects deeply with Gen Z and Millennials, fueling high engagement through authentic, music-centered narratives and event-based activations.</a:t>
            </a:r>
            <a:endParaRPr>
              <a:solidFill>
                <a:schemeClr val="dk1"/>
              </a:solidFill>
              <a:latin typeface="Roboto Mono"/>
              <a:ea typeface="Roboto Mono"/>
              <a:cs typeface="Roboto Mono"/>
              <a:sym typeface="Roboto Mono"/>
            </a:endParaRPr>
          </a:p>
        </p:txBody>
      </p:sp>
      <p:sp>
        <p:nvSpPr>
          <p:cNvPr id="436" name="Google Shape;436;p64"/>
          <p:cNvSpPr txBox="1"/>
          <p:nvPr>
            <p:ph idx="4294967295" type="body"/>
          </p:nvPr>
        </p:nvSpPr>
        <p:spPr>
          <a:xfrm>
            <a:off x="9204975" y="5874888"/>
            <a:ext cx="8185200" cy="1625700"/>
          </a:xfrm>
          <a:prstGeom prst="rect">
            <a:avLst/>
          </a:prstGeom>
        </p:spPr>
        <p:txBody>
          <a:bodyPr anchorCtr="0" anchor="ctr" bIns="182850" lIns="182850" spcFirstLastPara="1" rIns="182850" wrap="square" tIns="182850">
            <a:noAutofit/>
          </a:bodyPr>
          <a:lstStyle/>
          <a:p>
            <a:pPr indent="0" lvl="0" marL="0" rtl="0" algn="l">
              <a:lnSpc>
                <a:spcPct val="100000"/>
              </a:lnSpc>
              <a:spcBef>
                <a:spcPts val="0"/>
              </a:spcBef>
              <a:spcAft>
                <a:spcPts val="2000"/>
              </a:spcAft>
              <a:buSzPts val="275"/>
              <a:buNone/>
            </a:pPr>
            <a:r>
              <a:rPr lang="en" sz="1400">
                <a:latin typeface="Roboto Mono"/>
                <a:ea typeface="Roboto Mono"/>
                <a:cs typeface="Roboto Mono"/>
                <a:sym typeface="Roboto Mono"/>
              </a:rPr>
              <a:t>Music-centered videos, giveaways, and limited-edition collaborations drive the highest engagement and conversation, signaling strong community alignment and excitement.</a:t>
            </a:r>
            <a:endParaRPr sz="1400">
              <a:latin typeface="Roboto Mono"/>
              <a:ea typeface="Roboto Mono"/>
              <a:cs typeface="Roboto Mono"/>
              <a:sym typeface="Roboto Mono"/>
            </a:endParaRPr>
          </a:p>
        </p:txBody>
      </p:sp>
      <p:sp>
        <p:nvSpPr>
          <p:cNvPr id="437" name="Google Shape;437;p64"/>
          <p:cNvSpPr/>
          <p:nvPr/>
        </p:nvSpPr>
        <p:spPr>
          <a:xfrm>
            <a:off x="9204975" y="7693534"/>
            <a:ext cx="5476200" cy="5553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What Misses</a:t>
            </a:r>
            <a:endParaRPr sz="2000">
              <a:latin typeface="Inter"/>
              <a:ea typeface="Inter"/>
              <a:cs typeface="Inter"/>
              <a:sym typeface="Inter"/>
            </a:endParaRPr>
          </a:p>
        </p:txBody>
      </p:sp>
      <p:sp>
        <p:nvSpPr>
          <p:cNvPr id="438" name="Google Shape;438;p64"/>
          <p:cNvSpPr txBox="1"/>
          <p:nvPr>
            <p:ph idx="4294967295" type="body"/>
          </p:nvPr>
        </p:nvSpPr>
        <p:spPr>
          <a:xfrm>
            <a:off x="9204975" y="8273079"/>
            <a:ext cx="8185200" cy="1625700"/>
          </a:xfrm>
          <a:prstGeom prst="rect">
            <a:avLst/>
          </a:prstGeom>
        </p:spPr>
        <p:txBody>
          <a:bodyPr anchorCtr="0" anchor="ctr" bIns="182850" lIns="182850" spcFirstLastPara="1" rIns="182850" wrap="square" tIns="182850">
            <a:noAutofit/>
          </a:bodyPr>
          <a:lstStyle/>
          <a:p>
            <a:pPr indent="0" lvl="0" marL="0" rtl="0" algn="l">
              <a:lnSpc>
                <a:spcPct val="100000"/>
              </a:lnSpc>
              <a:spcBef>
                <a:spcPts val="0"/>
              </a:spcBef>
              <a:spcAft>
                <a:spcPts val="2000"/>
              </a:spcAft>
              <a:buSzPts val="275"/>
              <a:buNone/>
            </a:pPr>
            <a:r>
              <a:rPr lang="en" sz="1400">
                <a:latin typeface="Roboto Mono"/>
                <a:ea typeface="Roboto Mono"/>
                <a:cs typeface="Roboto Mono"/>
                <a:sym typeface="Roboto Mono"/>
              </a:rPr>
              <a:t>Rebranding efforts without clear product availability alienate fans; ambiguous posts without strong brand or cultural anchors underperform.</a:t>
            </a:r>
            <a:endParaRPr sz="1400">
              <a:latin typeface="Roboto Mono"/>
              <a:ea typeface="Roboto Mono"/>
              <a:cs typeface="Roboto Mono"/>
              <a:sym typeface="Roboto Mono"/>
            </a:endParaRPr>
          </a:p>
        </p:txBody>
      </p:sp>
      <p:sp>
        <p:nvSpPr>
          <p:cNvPr id="439" name="Google Shape;439;p64"/>
          <p:cNvSpPr/>
          <p:nvPr/>
        </p:nvSpPr>
        <p:spPr>
          <a:xfrm>
            <a:off x="719725" y="6551900"/>
            <a:ext cx="7076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marR="0" rtl="0" algn="l">
              <a:spcBef>
                <a:spcPts val="0"/>
              </a:spcBef>
              <a:spcAft>
                <a:spcPts val="0"/>
              </a:spcAft>
              <a:buNone/>
            </a:pPr>
            <a:r>
              <a:rPr b="1" lang="en" sz="2000">
                <a:solidFill>
                  <a:schemeClr val="dk1"/>
                </a:solidFill>
                <a:latin typeface="Roboto Mono"/>
                <a:ea typeface="Roboto Mono"/>
                <a:cs typeface="Roboto Mono"/>
                <a:sym typeface="Roboto Mono"/>
              </a:rPr>
              <a:t>What it Means for You</a:t>
            </a:r>
            <a:endParaRPr sz="2000">
              <a:latin typeface="Inter"/>
              <a:ea typeface="Inter"/>
              <a:cs typeface="Inter"/>
              <a:sym typeface="Inter"/>
            </a:endParaRPr>
          </a:p>
        </p:txBody>
      </p:sp>
      <p:sp>
        <p:nvSpPr>
          <p:cNvPr id="440" name="Google Shape;440;p64"/>
          <p:cNvSpPr/>
          <p:nvPr/>
        </p:nvSpPr>
        <p:spPr>
          <a:xfrm>
            <a:off x="719725" y="7331475"/>
            <a:ext cx="7076700" cy="25674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Poppi turns product into culture by using authentic influencer partnerships and mood-driven narratives, creating deep community engagement.</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Jose Cuervo can learn to embed their brand within social vibes and cultural moments to resonate with Gen Z.</a:t>
            </a:r>
            <a:endParaRPr>
              <a:solidFill>
                <a:schemeClr val="dk1"/>
              </a:solidFill>
              <a:latin typeface="Roboto Mono"/>
              <a:ea typeface="Roboto Mono"/>
              <a:cs typeface="Roboto Mono"/>
              <a:sym typeface="Roboto Mono"/>
            </a:endParaRPr>
          </a:p>
        </p:txBody>
      </p:sp>
      <p:sp>
        <p:nvSpPr>
          <p:cNvPr id="441" name="Google Shape;441;p64"/>
          <p:cNvSpPr/>
          <p:nvPr/>
        </p:nvSpPr>
        <p:spPr>
          <a:xfrm>
            <a:off x="719725" y="1865575"/>
            <a:ext cx="2945700" cy="7005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marR="0" rtl="0" algn="ctr">
              <a:spcBef>
                <a:spcPts val="0"/>
              </a:spcBef>
              <a:spcAft>
                <a:spcPts val="0"/>
              </a:spcAft>
              <a:buNone/>
            </a:pPr>
            <a:r>
              <a:rPr b="1" lang="en" sz="2000">
                <a:solidFill>
                  <a:schemeClr val="dk1"/>
                </a:solidFill>
                <a:latin typeface="Roboto Mono"/>
                <a:ea typeface="Roboto Mono"/>
                <a:cs typeface="Roboto Mono"/>
                <a:sym typeface="Roboto Mono"/>
              </a:rPr>
              <a:t>Search Purpose</a:t>
            </a:r>
            <a:endParaRPr sz="2000">
              <a:latin typeface="Inter"/>
              <a:ea typeface="Inter"/>
              <a:cs typeface="Inter"/>
              <a:sym typeface="Inter"/>
            </a:endParaRPr>
          </a:p>
        </p:txBody>
      </p:sp>
      <p:sp>
        <p:nvSpPr>
          <p:cNvPr id="442" name="Google Shape;442;p64"/>
          <p:cNvSpPr/>
          <p:nvPr/>
        </p:nvSpPr>
        <p:spPr>
          <a:xfrm>
            <a:off x="3774175" y="1865575"/>
            <a:ext cx="10906800" cy="70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Roboto Mono"/>
                <a:ea typeface="Roboto Mono"/>
                <a:cs typeface="Roboto Mono"/>
                <a:sym typeface="Roboto Mono"/>
              </a:rPr>
              <a:t>Study Poppi's Instagram as a fellow beverage brand with strong Gen-Z appeal. How do they balance product shots, lifestyle, and cultural content? What's their engagement strategy? and what can a Jose Cuervo use from their strategy to incorporate into their own</a:t>
            </a:r>
            <a:endParaRPr sz="1500">
              <a:solidFill>
                <a:schemeClr val="dk1"/>
              </a:solidFill>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grpSp>
        <p:nvGrpSpPr>
          <p:cNvPr id="447" name="Google Shape;447;p65"/>
          <p:cNvGrpSpPr/>
          <p:nvPr/>
        </p:nvGrpSpPr>
        <p:grpSpPr>
          <a:xfrm>
            <a:off x="670303" y="383825"/>
            <a:ext cx="9959760" cy="1324800"/>
            <a:chOff x="693125" y="512875"/>
            <a:chExt cx="3274944" cy="662400"/>
          </a:xfrm>
        </p:grpSpPr>
        <p:sp>
          <p:nvSpPr>
            <p:cNvPr id="448" name="Google Shape;448;p65"/>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449" name="Google Shape;449;p65"/>
            <p:cNvSpPr/>
            <p:nvPr/>
          </p:nvSpPr>
          <p:spPr>
            <a:xfrm>
              <a:off x="744269"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Summary Statistics - By Post Type</a:t>
              </a:r>
              <a:endParaRPr sz="3600">
                <a:latin typeface="Inter"/>
                <a:ea typeface="Inter"/>
                <a:cs typeface="Inter"/>
                <a:sym typeface="Inter"/>
              </a:endParaRPr>
            </a:p>
          </p:txBody>
        </p:sp>
      </p:grpSp>
      <p:sp>
        <p:nvSpPr>
          <p:cNvPr id="450" name="Google Shape;450;p65"/>
          <p:cNvSpPr/>
          <p:nvPr/>
        </p:nvSpPr>
        <p:spPr>
          <a:xfrm>
            <a:off x="916900" y="1921524"/>
            <a:ext cx="5161800" cy="539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Videos</a:t>
            </a:r>
            <a:endParaRPr sz="2000">
              <a:latin typeface="Inter"/>
              <a:ea typeface="Inter"/>
              <a:cs typeface="Inter"/>
              <a:sym typeface="Inter"/>
            </a:endParaRPr>
          </a:p>
        </p:txBody>
      </p:sp>
      <p:graphicFrame>
        <p:nvGraphicFramePr>
          <p:cNvPr id="451" name="Google Shape;451;p65"/>
          <p:cNvGraphicFramePr/>
          <p:nvPr/>
        </p:nvGraphicFramePr>
        <p:xfrm>
          <a:off x="458425" y="7148210"/>
          <a:ext cx="3000000" cy="3000000"/>
        </p:xfrm>
        <a:graphic>
          <a:graphicData uri="http://schemas.openxmlformats.org/drawingml/2006/table">
            <a:tbl>
              <a:tblPr>
                <a:noFill/>
                <a:tableStyleId>{5C3CD099-8E2A-48F4-A522-EC8361B9D010}</a:tableStyleId>
              </a:tblPr>
              <a:tblGrid>
                <a:gridCol w="839025"/>
                <a:gridCol w="1327900"/>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Views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48,964</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Views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12,830,063</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Views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461,941</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Views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3,079,673</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452" name="Google Shape;452;p65"/>
          <p:cNvSpPr/>
          <p:nvPr/>
        </p:nvSpPr>
        <p:spPr>
          <a:xfrm>
            <a:off x="7311682" y="1921524"/>
            <a:ext cx="5161800" cy="539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Carousels</a:t>
            </a:r>
            <a:endParaRPr sz="2000">
              <a:latin typeface="Inter"/>
              <a:ea typeface="Inter"/>
              <a:cs typeface="Inter"/>
              <a:sym typeface="Inter"/>
            </a:endParaRPr>
          </a:p>
        </p:txBody>
      </p:sp>
      <p:sp>
        <p:nvSpPr>
          <p:cNvPr id="453" name="Google Shape;453;p65"/>
          <p:cNvSpPr/>
          <p:nvPr/>
        </p:nvSpPr>
        <p:spPr>
          <a:xfrm>
            <a:off x="12948333" y="1921524"/>
            <a:ext cx="5161800" cy="539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Images</a:t>
            </a:r>
            <a:endParaRPr sz="2000">
              <a:latin typeface="Inter"/>
              <a:ea typeface="Inter"/>
              <a:cs typeface="Inter"/>
              <a:sym typeface="Inter"/>
            </a:endParaRPr>
          </a:p>
        </p:txBody>
      </p:sp>
      <p:graphicFrame>
        <p:nvGraphicFramePr>
          <p:cNvPr id="454" name="Google Shape;454;p65"/>
          <p:cNvGraphicFramePr/>
          <p:nvPr/>
        </p:nvGraphicFramePr>
        <p:xfrm>
          <a:off x="2771650" y="7148185"/>
          <a:ext cx="3000000" cy="3000000"/>
        </p:xfrm>
        <a:graphic>
          <a:graphicData uri="http://schemas.openxmlformats.org/drawingml/2006/table">
            <a:tbl>
              <a:tblPr>
                <a:noFill/>
                <a:tableStyleId>{5C3CD099-8E2A-48F4-A522-EC8361B9D010}</a:tableStyleId>
              </a:tblPr>
              <a:tblGrid>
                <a:gridCol w="925925"/>
                <a:gridCol w="1103575"/>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1,473</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136,347</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6,636</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Likes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31,328</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455" name="Google Shape;455;p65"/>
          <p:cNvGraphicFramePr/>
          <p:nvPr/>
        </p:nvGraphicFramePr>
        <p:xfrm>
          <a:off x="4947450" y="7148185"/>
          <a:ext cx="3000000" cy="3000000"/>
        </p:xfrm>
        <a:graphic>
          <a:graphicData uri="http://schemas.openxmlformats.org/drawingml/2006/table">
            <a:tbl>
              <a:tblPr>
                <a:noFill/>
                <a:tableStyleId>{5C3CD099-8E2A-48F4-A522-EC8361B9D010}</a:tableStyleId>
              </a:tblPr>
              <a:tblGrid>
                <a:gridCol w="925925"/>
                <a:gridCol w="1103575"/>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78</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964</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109</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Comments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267</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456" name="Google Shape;456;p65"/>
          <p:cNvGraphicFramePr/>
          <p:nvPr/>
        </p:nvGraphicFramePr>
        <p:xfrm>
          <a:off x="7694063" y="7148210"/>
          <a:ext cx="3000000" cy="3000000"/>
        </p:xfrm>
        <a:graphic>
          <a:graphicData uri="http://schemas.openxmlformats.org/drawingml/2006/table">
            <a:tbl>
              <a:tblPr>
                <a:noFill/>
                <a:tableStyleId>{5C3CD099-8E2A-48F4-A522-EC8361B9D010}</a:tableStyleId>
              </a:tblPr>
              <a:tblGrid>
                <a:gridCol w="925925"/>
                <a:gridCol w="1103575"/>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562</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15,970</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3,853</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Likes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5,049</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457" name="Google Shape;457;p65"/>
          <p:cNvGraphicFramePr/>
          <p:nvPr/>
        </p:nvGraphicFramePr>
        <p:xfrm>
          <a:off x="10061588" y="7148210"/>
          <a:ext cx="3000000" cy="3000000"/>
        </p:xfrm>
        <a:graphic>
          <a:graphicData uri="http://schemas.openxmlformats.org/drawingml/2006/table">
            <a:tbl>
              <a:tblPr>
                <a:noFill/>
                <a:tableStyleId>{5C3CD099-8E2A-48F4-A522-EC8361B9D010}</a:tableStyleId>
              </a:tblPr>
              <a:tblGrid>
                <a:gridCol w="925925"/>
                <a:gridCol w="1103575"/>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18</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701</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154</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Comments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201</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458" name="Google Shape;458;p65"/>
          <p:cNvGraphicFramePr/>
          <p:nvPr/>
        </p:nvGraphicFramePr>
        <p:xfrm>
          <a:off x="13330700" y="7148210"/>
          <a:ext cx="3000000" cy="3000000"/>
        </p:xfrm>
        <a:graphic>
          <a:graphicData uri="http://schemas.openxmlformats.org/drawingml/2006/table">
            <a:tbl>
              <a:tblPr>
                <a:noFill/>
                <a:tableStyleId>{5C3CD099-8E2A-48F4-A522-EC8361B9D010}</a:tableStyleId>
              </a:tblPr>
              <a:tblGrid>
                <a:gridCol w="925925"/>
                <a:gridCol w="1103575"/>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1,522</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22,837</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6,749</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Likes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9,464</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459" name="Google Shape;459;p65"/>
          <p:cNvGraphicFramePr/>
          <p:nvPr/>
        </p:nvGraphicFramePr>
        <p:xfrm>
          <a:off x="15698225" y="7148210"/>
          <a:ext cx="3000000" cy="3000000"/>
        </p:xfrm>
        <a:graphic>
          <a:graphicData uri="http://schemas.openxmlformats.org/drawingml/2006/table">
            <a:tbl>
              <a:tblPr>
                <a:noFill/>
                <a:tableStyleId>{5C3CD099-8E2A-48F4-A522-EC8361B9D010}</a:tableStyleId>
              </a:tblPr>
              <a:tblGrid>
                <a:gridCol w="925925"/>
                <a:gridCol w="1103575"/>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139</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203</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159</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Comments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165</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pic>
        <p:nvPicPr>
          <p:cNvPr id="460" name="Google Shape;460;p65"/>
          <p:cNvPicPr preferRelativeResize="0"/>
          <p:nvPr/>
        </p:nvPicPr>
        <p:blipFill>
          <a:blip r:embed="rId3">
            <a:alphaModFix/>
          </a:blip>
          <a:stretch>
            <a:fillRect/>
          </a:stretch>
        </p:blipFill>
        <p:spPr>
          <a:xfrm>
            <a:off x="916904" y="2696726"/>
            <a:ext cx="1452300" cy="3630750"/>
          </a:xfrm>
          <a:prstGeom prst="rect">
            <a:avLst/>
          </a:prstGeom>
          <a:noFill/>
          <a:ln cap="flat" cmpd="sng" w="9525">
            <a:solidFill>
              <a:srgbClr val="595959"/>
            </a:solidFill>
            <a:prstDash val="solid"/>
            <a:round/>
            <a:headEnd len="sm" w="sm" type="none"/>
            <a:tailEnd len="sm" w="sm" type="none"/>
          </a:ln>
        </p:spPr>
      </p:pic>
      <p:pic>
        <p:nvPicPr>
          <p:cNvPr id="461" name="Google Shape;461;p65"/>
          <p:cNvPicPr preferRelativeResize="0"/>
          <p:nvPr/>
        </p:nvPicPr>
        <p:blipFill>
          <a:blip r:embed="rId4">
            <a:alphaModFix/>
          </a:blip>
          <a:stretch>
            <a:fillRect/>
          </a:stretch>
        </p:blipFill>
        <p:spPr>
          <a:xfrm>
            <a:off x="2771654" y="2722326"/>
            <a:ext cx="1452300" cy="3630750"/>
          </a:xfrm>
          <a:prstGeom prst="rect">
            <a:avLst/>
          </a:prstGeom>
          <a:noFill/>
          <a:ln cap="flat" cmpd="sng" w="9525">
            <a:solidFill>
              <a:srgbClr val="595959"/>
            </a:solidFill>
            <a:prstDash val="solid"/>
            <a:round/>
            <a:headEnd len="sm" w="sm" type="none"/>
            <a:tailEnd len="sm" w="sm" type="none"/>
          </a:ln>
        </p:spPr>
      </p:pic>
      <p:pic>
        <p:nvPicPr>
          <p:cNvPr id="462" name="Google Shape;462;p65"/>
          <p:cNvPicPr preferRelativeResize="0"/>
          <p:nvPr/>
        </p:nvPicPr>
        <p:blipFill>
          <a:blip r:embed="rId5">
            <a:alphaModFix/>
          </a:blip>
          <a:stretch>
            <a:fillRect/>
          </a:stretch>
        </p:blipFill>
        <p:spPr>
          <a:xfrm>
            <a:off x="4626404" y="2722338"/>
            <a:ext cx="1452300" cy="3630750"/>
          </a:xfrm>
          <a:prstGeom prst="rect">
            <a:avLst/>
          </a:prstGeom>
          <a:noFill/>
          <a:ln cap="flat" cmpd="sng" w="9525">
            <a:solidFill>
              <a:srgbClr val="595959"/>
            </a:solidFill>
            <a:prstDash val="solid"/>
            <a:round/>
            <a:headEnd len="sm" w="sm" type="none"/>
            <a:tailEnd len="sm" w="sm" type="none"/>
          </a:ln>
        </p:spPr>
      </p:pic>
      <p:pic>
        <p:nvPicPr>
          <p:cNvPr id="463" name="Google Shape;463;p65"/>
          <p:cNvPicPr preferRelativeResize="0"/>
          <p:nvPr/>
        </p:nvPicPr>
        <p:blipFill>
          <a:blip r:embed="rId6">
            <a:alphaModFix/>
          </a:blip>
          <a:stretch>
            <a:fillRect/>
          </a:stretch>
        </p:blipFill>
        <p:spPr>
          <a:xfrm>
            <a:off x="8239054" y="2696713"/>
            <a:ext cx="1452300" cy="3630750"/>
          </a:xfrm>
          <a:prstGeom prst="rect">
            <a:avLst/>
          </a:prstGeom>
          <a:noFill/>
          <a:ln cap="flat" cmpd="sng" w="9525">
            <a:solidFill>
              <a:srgbClr val="595959"/>
            </a:solidFill>
            <a:prstDash val="solid"/>
            <a:round/>
            <a:headEnd len="sm" w="sm" type="none"/>
            <a:tailEnd len="sm" w="sm" type="none"/>
          </a:ln>
        </p:spPr>
      </p:pic>
      <p:pic>
        <p:nvPicPr>
          <p:cNvPr id="464" name="Google Shape;464;p65"/>
          <p:cNvPicPr preferRelativeResize="0"/>
          <p:nvPr/>
        </p:nvPicPr>
        <p:blipFill>
          <a:blip r:embed="rId7">
            <a:alphaModFix/>
          </a:blip>
          <a:stretch>
            <a:fillRect/>
          </a:stretch>
        </p:blipFill>
        <p:spPr>
          <a:xfrm>
            <a:off x="10093804" y="2696726"/>
            <a:ext cx="1452300" cy="3630750"/>
          </a:xfrm>
          <a:prstGeom prst="rect">
            <a:avLst/>
          </a:prstGeom>
          <a:noFill/>
          <a:ln cap="flat" cmpd="sng" w="9525">
            <a:solidFill>
              <a:srgbClr val="595959"/>
            </a:solidFill>
            <a:prstDash val="solid"/>
            <a:round/>
            <a:headEnd len="sm" w="sm" type="none"/>
            <a:tailEnd len="sm" w="sm" type="none"/>
          </a:ln>
        </p:spPr>
      </p:pic>
      <p:pic>
        <p:nvPicPr>
          <p:cNvPr id="465" name="Google Shape;465;p65"/>
          <p:cNvPicPr preferRelativeResize="0"/>
          <p:nvPr/>
        </p:nvPicPr>
        <p:blipFill>
          <a:blip r:embed="rId8">
            <a:alphaModFix/>
          </a:blip>
          <a:stretch>
            <a:fillRect/>
          </a:stretch>
        </p:blipFill>
        <p:spPr>
          <a:xfrm>
            <a:off x="13875704" y="2722313"/>
            <a:ext cx="1452300" cy="3630750"/>
          </a:xfrm>
          <a:prstGeom prst="rect">
            <a:avLst/>
          </a:prstGeom>
          <a:noFill/>
          <a:ln cap="flat" cmpd="sng" w="9525">
            <a:solidFill>
              <a:srgbClr val="595959"/>
            </a:solidFill>
            <a:prstDash val="solid"/>
            <a:round/>
            <a:headEnd len="sm" w="sm" type="none"/>
            <a:tailEnd len="sm" w="sm" type="none"/>
          </a:ln>
        </p:spPr>
      </p:pic>
      <p:pic>
        <p:nvPicPr>
          <p:cNvPr id="466" name="Google Shape;466;p65"/>
          <p:cNvPicPr preferRelativeResize="0"/>
          <p:nvPr/>
        </p:nvPicPr>
        <p:blipFill>
          <a:blip r:embed="rId9">
            <a:alphaModFix/>
          </a:blip>
          <a:stretch>
            <a:fillRect/>
          </a:stretch>
        </p:blipFill>
        <p:spPr>
          <a:xfrm>
            <a:off x="15730454" y="2722326"/>
            <a:ext cx="1452300" cy="3630750"/>
          </a:xfrm>
          <a:prstGeom prst="rect">
            <a:avLst/>
          </a:prstGeom>
          <a:noFill/>
          <a:ln cap="flat" cmpd="sng" w="9525">
            <a:solidFill>
              <a:srgbClr val="595959"/>
            </a:solidFill>
            <a:prstDash val="solid"/>
            <a:round/>
            <a:headEnd len="sm" w="sm" type="none"/>
            <a:tailEnd len="sm" w="sm" type="none"/>
          </a:ln>
        </p:spPr>
      </p:pic>
      <p:sp>
        <p:nvSpPr>
          <p:cNvPr id="467" name="Google Shape;467;p65"/>
          <p:cNvSpPr/>
          <p:nvPr/>
        </p:nvSpPr>
        <p:spPr>
          <a:xfrm>
            <a:off x="916900" y="6541212"/>
            <a:ext cx="5161800" cy="539100"/>
          </a:xfrm>
          <a:prstGeom prst="roundRect">
            <a:avLst>
              <a:gd fmla="val 16667" name="adj"/>
            </a:avLst>
          </a:prstGeom>
          <a:solidFill>
            <a:schemeClr val="dk2"/>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1500">
                <a:solidFill>
                  <a:schemeClr val="dk1"/>
                </a:solidFill>
                <a:latin typeface="Roboto Mono"/>
                <a:ea typeface="Roboto Mono"/>
                <a:cs typeface="Roboto Mono"/>
                <a:sym typeface="Roboto Mono"/>
              </a:rPr>
              <a:t>Video Post Count: 6</a:t>
            </a:r>
            <a:endParaRPr sz="1500">
              <a:latin typeface="Inter"/>
              <a:ea typeface="Inter"/>
              <a:cs typeface="Inter"/>
              <a:sym typeface="Inter"/>
            </a:endParaRPr>
          </a:p>
        </p:txBody>
      </p:sp>
      <p:sp>
        <p:nvSpPr>
          <p:cNvPr id="468" name="Google Shape;468;p65"/>
          <p:cNvSpPr/>
          <p:nvPr/>
        </p:nvSpPr>
        <p:spPr>
          <a:xfrm>
            <a:off x="7311675" y="6541212"/>
            <a:ext cx="5161800" cy="539100"/>
          </a:xfrm>
          <a:prstGeom prst="roundRect">
            <a:avLst>
              <a:gd fmla="val 16667" name="adj"/>
            </a:avLst>
          </a:prstGeom>
          <a:solidFill>
            <a:schemeClr val="dk2"/>
          </a:solidFill>
          <a:ln>
            <a:noFill/>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None/>
            </a:pPr>
            <a:r>
              <a:rPr b="1" lang="en" sz="1500">
                <a:solidFill>
                  <a:schemeClr val="dk1"/>
                </a:solidFill>
                <a:latin typeface="Roboto Mono"/>
                <a:ea typeface="Roboto Mono"/>
                <a:cs typeface="Roboto Mono"/>
                <a:sym typeface="Roboto Mono"/>
              </a:rPr>
              <a:t>Carousel Post</a:t>
            </a:r>
            <a:r>
              <a:rPr b="1" lang="en" sz="1500">
                <a:solidFill>
                  <a:schemeClr val="dk1"/>
                </a:solidFill>
                <a:latin typeface="Roboto Mono"/>
                <a:ea typeface="Roboto Mono"/>
                <a:cs typeface="Roboto Mono"/>
                <a:sym typeface="Roboto Mono"/>
              </a:rPr>
              <a:t> Count: 15</a:t>
            </a:r>
            <a:endParaRPr b="1" sz="1500">
              <a:solidFill>
                <a:schemeClr val="dk1"/>
              </a:solidFill>
              <a:latin typeface="Roboto Mono"/>
              <a:ea typeface="Roboto Mono"/>
              <a:cs typeface="Roboto Mono"/>
              <a:sym typeface="Roboto Mono"/>
            </a:endParaRPr>
          </a:p>
        </p:txBody>
      </p:sp>
      <p:sp>
        <p:nvSpPr>
          <p:cNvPr id="469" name="Google Shape;469;p65"/>
          <p:cNvSpPr/>
          <p:nvPr/>
        </p:nvSpPr>
        <p:spPr>
          <a:xfrm>
            <a:off x="12948325" y="6541212"/>
            <a:ext cx="5161800" cy="539100"/>
          </a:xfrm>
          <a:prstGeom prst="roundRect">
            <a:avLst>
              <a:gd fmla="val 16667" name="adj"/>
            </a:avLst>
          </a:prstGeom>
          <a:solidFill>
            <a:schemeClr val="dk2"/>
          </a:solidFill>
          <a:ln>
            <a:noFill/>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None/>
            </a:pPr>
            <a:r>
              <a:rPr b="1" lang="en" sz="1500">
                <a:solidFill>
                  <a:schemeClr val="dk1"/>
                </a:solidFill>
                <a:latin typeface="Roboto Mono"/>
                <a:ea typeface="Roboto Mono"/>
                <a:cs typeface="Roboto Mono"/>
                <a:sym typeface="Roboto Mono"/>
              </a:rPr>
              <a:t>Images Post</a:t>
            </a:r>
            <a:r>
              <a:rPr b="1" lang="en" sz="1500">
                <a:solidFill>
                  <a:schemeClr val="dk1"/>
                </a:solidFill>
                <a:latin typeface="Roboto Mono"/>
                <a:ea typeface="Roboto Mono"/>
                <a:cs typeface="Roboto Mono"/>
                <a:sym typeface="Roboto Mono"/>
              </a:rPr>
              <a:t> Count: 4</a:t>
            </a:r>
            <a:endParaRPr b="1" sz="1500">
              <a:solidFill>
                <a:schemeClr val="dk1"/>
              </a:solidFill>
              <a:latin typeface="Roboto Mono"/>
              <a:ea typeface="Roboto Mono"/>
              <a:cs typeface="Roboto Mono"/>
              <a:sym typeface="Roboto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grpSp>
        <p:nvGrpSpPr>
          <p:cNvPr id="474" name="Google Shape;474;p66"/>
          <p:cNvGrpSpPr/>
          <p:nvPr/>
        </p:nvGrpSpPr>
        <p:grpSpPr>
          <a:xfrm>
            <a:off x="670303" y="383825"/>
            <a:ext cx="9959760" cy="1324800"/>
            <a:chOff x="693125" y="512875"/>
            <a:chExt cx="3274944" cy="662400"/>
          </a:xfrm>
        </p:grpSpPr>
        <p:sp>
          <p:nvSpPr>
            <p:cNvPr id="475" name="Google Shape;475;p66"/>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476" name="Google Shape;476;p66"/>
            <p:cNvSpPr/>
            <p:nvPr/>
          </p:nvSpPr>
          <p:spPr>
            <a:xfrm>
              <a:off x="744269"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Summary Statistics - All Posts</a:t>
              </a:r>
              <a:endParaRPr sz="3600">
                <a:latin typeface="Inter"/>
                <a:ea typeface="Inter"/>
                <a:cs typeface="Inter"/>
                <a:sym typeface="Inter"/>
              </a:endParaRPr>
            </a:p>
          </p:txBody>
        </p:sp>
      </p:grpSp>
      <p:graphicFrame>
        <p:nvGraphicFramePr>
          <p:cNvPr id="477" name="Google Shape;477;p66"/>
          <p:cNvGraphicFramePr/>
          <p:nvPr/>
        </p:nvGraphicFramePr>
        <p:xfrm>
          <a:off x="9143988" y="3735360"/>
          <a:ext cx="3000000" cy="3000000"/>
        </p:xfrm>
        <a:graphic>
          <a:graphicData uri="http://schemas.openxmlformats.org/drawingml/2006/table">
            <a:tbl>
              <a:tblPr>
                <a:noFill/>
                <a:tableStyleId>{5C3CD099-8E2A-48F4-A522-EC8361B9D010}</a:tableStyleId>
              </a:tblPr>
              <a:tblGrid>
                <a:gridCol w="1454700"/>
                <a:gridCol w="1298700"/>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Views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48,964</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Views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12,830,063</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Views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461,941</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Views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3,079,673</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478" name="Google Shape;478;p66"/>
          <p:cNvSpPr/>
          <p:nvPr/>
        </p:nvSpPr>
        <p:spPr>
          <a:xfrm>
            <a:off x="670297" y="2359675"/>
            <a:ext cx="2438700" cy="539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Views</a:t>
            </a:r>
            <a:endParaRPr sz="2000">
              <a:latin typeface="Inter"/>
              <a:ea typeface="Inter"/>
              <a:cs typeface="Inter"/>
              <a:sym typeface="Inter"/>
            </a:endParaRPr>
          </a:p>
        </p:txBody>
      </p:sp>
      <p:pic>
        <p:nvPicPr>
          <p:cNvPr id="479" name="Google Shape;479;p66"/>
          <p:cNvPicPr preferRelativeResize="0"/>
          <p:nvPr/>
        </p:nvPicPr>
        <p:blipFill>
          <a:blip r:embed="rId3">
            <a:alphaModFix/>
          </a:blip>
          <a:stretch>
            <a:fillRect/>
          </a:stretch>
        </p:blipFill>
        <p:spPr>
          <a:xfrm>
            <a:off x="670336" y="3674002"/>
            <a:ext cx="2438700" cy="4877400"/>
          </a:xfrm>
          <a:prstGeom prst="rect">
            <a:avLst/>
          </a:prstGeom>
          <a:noFill/>
          <a:ln cap="flat" cmpd="sng" w="9525">
            <a:solidFill>
              <a:srgbClr val="595959"/>
            </a:solidFill>
            <a:prstDash val="solid"/>
            <a:round/>
            <a:headEnd len="sm" w="sm" type="none"/>
            <a:tailEnd len="sm" w="sm" type="none"/>
          </a:ln>
        </p:spPr>
      </p:pic>
      <p:sp>
        <p:nvSpPr>
          <p:cNvPr id="480" name="Google Shape;480;p66"/>
          <p:cNvSpPr/>
          <p:nvPr/>
        </p:nvSpPr>
        <p:spPr>
          <a:xfrm>
            <a:off x="3471684" y="2346113"/>
            <a:ext cx="2438700" cy="539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Likes</a:t>
            </a:r>
            <a:endParaRPr sz="2000">
              <a:latin typeface="Inter"/>
              <a:ea typeface="Inter"/>
              <a:cs typeface="Inter"/>
              <a:sym typeface="Inter"/>
            </a:endParaRPr>
          </a:p>
        </p:txBody>
      </p:sp>
      <p:sp>
        <p:nvSpPr>
          <p:cNvPr id="481" name="Google Shape;481;p66"/>
          <p:cNvSpPr/>
          <p:nvPr/>
        </p:nvSpPr>
        <p:spPr>
          <a:xfrm>
            <a:off x="6273059" y="2346113"/>
            <a:ext cx="2438700" cy="539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Comments</a:t>
            </a:r>
            <a:endParaRPr sz="2000">
              <a:latin typeface="Inter"/>
              <a:ea typeface="Inter"/>
              <a:cs typeface="Inter"/>
              <a:sym typeface="Inter"/>
            </a:endParaRPr>
          </a:p>
        </p:txBody>
      </p:sp>
      <p:pic>
        <p:nvPicPr>
          <p:cNvPr id="482" name="Google Shape;482;p66"/>
          <p:cNvPicPr preferRelativeResize="0"/>
          <p:nvPr/>
        </p:nvPicPr>
        <p:blipFill>
          <a:blip r:embed="rId4">
            <a:alphaModFix/>
          </a:blip>
          <a:stretch>
            <a:fillRect/>
          </a:stretch>
        </p:blipFill>
        <p:spPr>
          <a:xfrm>
            <a:off x="3471675" y="3660438"/>
            <a:ext cx="2438700" cy="4877400"/>
          </a:xfrm>
          <a:prstGeom prst="rect">
            <a:avLst/>
          </a:prstGeom>
          <a:noFill/>
          <a:ln cap="flat" cmpd="sng" w="9525">
            <a:solidFill>
              <a:srgbClr val="595959"/>
            </a:solidFill>
            <a:prstDash val="solid"/>
            <a:round/>
            <a:headEnd len="sm" w="sm" type="none"/>
            <a:tailEnd len="sm" w="sm" type="none"/>
          </a:ln>
        </p:spPr>
      </p:pic>
      <p:pic>
        <p:nvPicPr>
          <p:cNvPr id="483" name="Google Shape;483;p66"/>
          <p:cNvPicPr preferRelativeResize="0"/>
          <p:nvPr/>
        </p:nvPicPr>
        <p:blipFill>
          <a:blip r:embed="rId5">
            <a:alphaModFix/>
          </a:blip>
          <a:stretch>
            <a:fillRect/>
          </a:stretch>
        </p:blipFill>
        <p:spPr>
          <a:xfrm>
            <a:off x="6273050" y="3660438"/>
            <a:ext cx="2438700" cy="4877400"/>
          </a:xfrm>
          <a:prstGeom prst="rect">
            <a:avLst/>
          </a:prstGeom>
          <a:noFill/>
          <a:ln cap="flat" cmpd="sng" w="9525">
            <a:solidFill>
              <a:srgbClr val="595959"/>
            </a:solidFill>
            <a:prstDash val="solid"/>
            <a:round/>
            <a:headEnd len="sm" w="sm" type="none"/>
            <a:tailEnd len="sm" w="sm" type="none"/>
          </a:ln>
        </p:spPr>
      </p:pic>
      <p:graphicFrame>
        <p:nvGraphicFramePr>
          <p:cNvPr id="484" name="Google Shape;484;p66"/>
          <p:cNvGraphicFramePr/>
          <p:nvPr/>
        </p:nvGraphicFramePr>
        <p:xfrm>
          <a:off x="12055750" y="3735360"/>
          <a:ext cx="3000000" cy="3000000"/>
        </p:xfrm>
        <a:graphic>
          <a:graphicData uri="http://schemas.openxmlformats.org/drawingml/2006/table">
            <a:tbl>
              <a:tblPr>
                <a:noFill/>
                <a:tableStyleId>{5C3CD099-8E2A-48F4-A522-EC8361B9D010}</a:tableStyleId>
              </a:tblPr>
              <a:tblGrid>
                <a:gridCol w="1454700"/>
                <a:gridCol w="1298700"/>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562</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136,347</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Likes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5,017</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Likes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12,062</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485" name="Google Shape;485;p66"/>
          <p:cNvGraphicFramePr/>
          <p:nvPr/>
        </p:nvGraphicFramePr>
        <p:xfrm>
          <a:off x="14967500" y="3735360"/>
          <a:ext cx="3000000" cy="3000000"/>
        </p:xfrm>
        <a:graphic>
          <a:graphicData uri="http://schemas.openxmlformats.org/drawingml/2006/table">
            <a:tbl>
              <a:tblPr>
                <a:noFill/>
                <a:tableStyleId>{5C3CD099-8E2A-48F4-A522-EC8361B9D010}</a:tableStyleId>
              </a:tblPr>
              <a:tblGrid>
                <a:gridCol w="1602850"/>
                <a:gridCol w="1552725"/>
              </a:tblGrid>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Min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18</a:t>
                      </a:r>
                      <a:endParaRPr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Max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964</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Median Comments</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143</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Avg Comments</a:t>
                      </a:r>
                      <a:endParaRPr b="1" sz="1200">
                        <a:solidFill>
                          <a:schemeClr val="dk1"/>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211</a:t>
                      </a:r>
                      <a:endParaRPr>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grpSp>
        <p:nvGrpSpPr>
          <p:cNvPr id="490" name="Google Shape;490;p67"/>
          <p:cNvGrpSpPr/>
          <p:nvPr/>
        </p:nvGrpSpPr>
        <p:grpSpPr>
          <a:xfrm>
            <a:off x="670277" y="383825"/>
            <a:ext cx="8092590" cy="1324800"/>
            <a:chOff x="693125" y="512875"/>
            <a:chExt cx="3300000" cy="662400"/>
          </a:xfrm>
        </p:grpSpPr>
        <p:sp>
          <p:nvSpPr>
            <p:cNvPr id="491" name="Google Shape;491;p67"/>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492" name="Google Shape;492;p67"/>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Posting</a:t>
              </a:r>
              <a:r>
                <a:rPr b="1" lang="en" sz="3600">
                  <a:solidFill>
                    <a:schemeClr val="dk1"/>
                  </a:solidFill>
                  <a:latin typeface="Roboto Mono"/>
                  <a:ea typeface="Roboto Mono"/>
                  <a:cs typeface="Roboto Mono"/>
                  <a:sym typeface="Roboto Mono"/>
                </a:rPr>
                <a:t> Analysis</a:t>
              </a:r>
              <a:endParaRPr b="1" sz="3600">
                <a:solidFill>
                  <a:schemeClr val="dk1"/>
                </a:solidFill>
                <a:latin typeface="Roboto Mono"/>
                <a:ea typeface="Roboto Mono"/>
                <a:cs typeface="Roboto Mono"/>
                <a:sym typeface="Roboto Mono"/>
              </a:endParaRPr>
            </a:p>
          </p:txBody>
        </p:sp>
      </p:grpSp>
      <p:pic>
        <p:nvPicPr>
          <p:cNvPr id="493" name="Google Shape;493;p67"/>
          <p:cNvPicPr preferRelativeResize="0"/>
          <p:nvPr/>
        </p:nvPicPr>
        <p:blipFill>
          <a:blip r:embed="rId3">
            <a:alphaModFix/>
          </a:blip>
          <a:stretch>
            <a:fillRect/>
          </a:stretch>
        </p:blipFill>
        <p:spPr>
          <a:xfrm>
            <a:off x="5034925" y="3107260"/>
            <a:ext cx="7347600" cy="5878080"/>
          </a:xfrm>
          <a:prstGeom prst="rect">
            <a:avLst/>
          </a:prstGeom>
          <a:noFill/>
          <a:ln cap="flat" cmpd="sng" w="9525">
            <a:solidFill>
              <a:srgbClr val="595959"/>
            </a:solidFill>
            <a:prstDash val="solid"/>
            <a:round/>
            <a:headEnd len="sm" w="sm" type="none"/>
            <a:tailEnd len="sm" w="sm" type="none"/>
          </a:ln>
        </p:spPr>
      </p:pic>
      <p:sp>
        <p:nvSpPr>
          <p:cNvPr id="494" name="Google Shape;494;p67"/>
          <p:cNvSpPr/>
          <p:nvPr/>
        </p:nvSpPr>
        <p:spPr>
          <a:xfrm>
            <a:off x="746475" y="2161800"/>
            <a:ext cx="39852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marR="0" rtl="0" algn="ctr">
              <a:spcBef>
                <a:spcPts val="0"/>
              </a:spcBef>
              <a:spcAft>
                <a:spcPts val="0"/>
              </a:spcAft>
              <a:buNone/>
            </a:pPr>
            <a:r>
              <a:rPr b="1" lang="en" sz="2000">
                <a:solidFill>
                  <a:schemeClr val="dk1"/>
                </a:solidFill>
                <a:latin typeface="Roboto Mono"/>
                <a:ea typeface="Roboto Mono"/>
                <a:cs typeface="Roboto Mono"/>
                <a:sym typeface="Roboto Mono"/>
              </a:rPr>
              <a:t>Summary</a:t>
            </a:r>
            <a:endParaRPr sz="2000">
              <a:latin typeface="Inter"/>
              <a:ea typeface="Inter"/>
              <a:cs typeface="Inter"/>
              <a:sym typeface="Inter"/>
            </a:endParaRPr>
          </a:p>
        </p:txBody>
      </p:sp>
      <p:sp>
        <p:nvSpPr>
          <p:cNvPr id="495" name="Google Shape;495;p67"/>
          <p:cNvSpPr/>
          <p:nvPr/>
        </p:nvSpPr>
        <p:spPr>
          <a:xfrm>
            <a:off x="746475" y="2972575"/>
            <a:ext cx="3985200" cy="6012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5"/>
              <a:buFont typeface="Arial"/>
              <a:buNone/>
            </a:pPr>
            <a:r>
              <a:rPr lang="en">
                <a:solidFill>
                  <a:schemeClr val="dk1"/>
                </a:solidFill>
                <a:latin typeface="Roboto Mono"/>
                <a:ea typeface="Roboto Mono"/>
                <a:cs typeface="Roboto Mono"/>
                <a:sym typeface="Roboto Mono"/>
              </a:rPr>
              <a:t>Poppi posts frequently—balancing videos, carousels, and images—but cadence is less about volume and more about timing relative to product drops, cultural moments, and influencer events.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rPr lang="en">
                <a:solidFill>
                  <a:schemeClr val="dk1"/>
                </a:solidFill>
                <a:latin typeface="Roboto Mono"/>
                <a:ea typeface="Roboto Mono"/>
                <a:cs typeface="Roboto Mono"/>
                <a:sym typeface="Roboto Mono"/>
              </a:rPr>
              <a:t>Their strategy appears rhythmic yet opportunistic, releasing high-impact video content around events like the Super Bowl or film premieres and sprinkling engaging lifestyle posts to sustain vibe culture.</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Clr>
                <a:srgbClr val="000000"/>
              </a:buClr>
              <a:buSzPts val="275"/>
              <a:buFont typeface="Arial"/>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Clr>
                <a:srgbClr val="000000"/>
              </a:buClr>
              <a:buSzPts val="275"/>
              <a:buFont typeface="Arial"/>
              <a:buNone/>
            </a:pPr>
            <a:r>
              <a:rPr lang="en">
                <a:solidFill>
                  <a:schemeClr val="dk1"/>
                </a:solidFill>
                <a:latin typeface="Roboto Mono"/>
                <a:ea typeface="Roboto Mono"/>
                <a:cs typeface="Roboto Mono"/>
                <a:sym typeface="Roboto Mono"/>
              </a:rPr>
              <a:t>This rhythmic yet flexible timing sustains momentum and community anticipation, making each post a must-see event rather than filler.</a:t>
            </a:r>
            <a:endParaRPr>
              <a:solidFill>
                <a:schemeClr val="dk1"/>
              </a:solidFill>
              <a:latin typeface="Roboto Mono"/>
              <a:ea typeface="Roboto Mono"/>
              <a:cs typeface="Roboto Mono"/>
              <a:sym typeface="Roboto Mono"/>
            </a:endParaRPr>
          </a:p>
        </p:txBody>
      </p:sp>
      <p:pic>
        <p:nvPicPr>
          <p:cNvPr id="496" name="Google Shape;496;p67"/>
          <p:cNvPicPr preferRelativeResize="0"/>
          <p:nvPr/>
        </p:nvPicPr>
        <p:blipFill>
          <a:blip r:embed="rId4">
            <a:alphaModFix/>
          </a:blip>
          <a:stretch>
            <a:fillRect/>
          </a:stretch>
        </p:blipFill>
        <p:spPr>
          <a:xfrm>
            <a:off x="12685775" y="3292225"/>
            <a:ext cx="5373601" cy="5373601"/>
          </a:xfrm>
          <a:prstGeom prst="rect">
            <a:avLst/>
          </a:prstGeom>
          <a:noFill/>
          <a:ln cap="flat" cmpd="sng" w="9525">
            <a:solidFill>
              <a:srgbClr val="595959"/>
            </a:solidFill>
            <a:prstDash val="solid"/>
            <a:round/>
            <a:headEnd len="sm" w="sm" type="none"/>
            <a:tailEnd len="sm" w="sm" type="none"/>
          </a:ln>
        </p:spPr>
      </p:pic>
      <p:sp>
        <p:nvSpPr>
          <p:cNvPr id="497" name="Google Shape;497;p67"/>
          <p:cNvSpPr/>
          <p:nvPr/>
        </p:nvSpPr>
        <p:spPr>
          <a:xfrm>
            <a:off x="5034925" y="2161800"/>
            <a:ext cx="73476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marR="0" rtl="0" algn="ctr">
              <a:spcBef>
                <a:spcPts val="0"/>
              </a:spcBef>
              <a:spcAft>
                <a:spcPts val="0"/>
              </a:spcAft>
              <a:buNone/>
            </a:pPr>
            <a:r>
              <a:rPr b="1" lang="en" sz="2000">
                <a:solidFill>
                  <a:schemeClr val="dk1"/>
                </a:solidFill>
                <a:latin typeface="Roboto Mono"/>
                <a:ea typeface="Roboto Mono"/>
                <a:cs typeface="Roboto Mono"/>
                <a:sym typeface="Roboto Mono"/>
              </a:rPr>
              <a:t>Posting Heatmap</a:t>
            </a:r>
            <a:endParaRPr sz="2000">
              <a:latin typeface="Inter"/>
              <a:ea typeface="Inter"/>
              <a:cs typeface="Inter"/>
              <a:sym typeface="Inter"/>
            </a:endParaRPr>
          </a:p>
        </p:txBody>
      </p:sp>
      <p:sp>
        <p:nvSpPr>
          <p:cNvPr id="498" name="Google Shape;498;p67"/>
          <p:cNvSpPr/>
          <p:nvPr/>
        </p:nvSpPr>
        <p:spPr>
          <a:xfrm>
            <a:off x="12685775" y="2161800"/>
            <a:ext cx="53736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marR="0" rtl="0" algn="ctr">
              <a:spcBef>
                <a:spcPts val="0"/>
              </a:spcBef>
              <a:spcAft>
                <a:spcPts val="0"/>
              </a:spcAft>
              <a:buNone/>
            </a:pPr>
            <a:r>
              <a:rPr b="1" lang="en" sz="2000">
                <a:solidFill>
                  <a:schemeClr val="dk1"/>
                </a:solidFill>
                <a:latin typeface="Roboto Mono"/>
                <a:ea typeface="Roboto Mono"/>
                <a:cs typeface="Roboto Mono"/>
                <a:sym typeface="Roboto Mono"/>
              </a:rPr>
              <a:t>Post Mix</a:t>
            </a:r>
            <a:endParaRPr sz="2000">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grpSp>
        <p:nvGrpSpPr>
          <p:cNvPr id="503" name="Google Shape;503;p68"/>
          <p:cNvGrpSpPr/>
          <p:nvPr/>
        </p:nvGrpSpPr>
        <p:grpSpPr>
          <a:xfrm>
            <a:off x="670275" y="383825"/>
            <a:ext cx="6600000" cy="1324800"/>
            <a:chOff x="693125" y="512875"/>
            <a:chExt cx="3300000" cy="662400"/>
          </a:xfrm>
        </p:grpSpPr>
        <p:sp>
          <p:nvSpPr>
            <p:cNvPr id="504" name="Google Shape;504;p68"/>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505" name="Google Shape;505;p68"/>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Most / Least Liked</a:t>
              </a:r>
              <a:endParaRPr sz="3600">
                <a:latin typeface="Inter"/>
                <a:ea typeface="Inter"/>
                <a:cs typeface="Inter"/>
                <a:sym typeface="Inter"/>
              </a:endParaRPr>
            </a:p>
          </p:txBody>
        </p:sp>
      </p:grpSp>
      <p:pic>
        <p:nvPicPr>
          <p:cNvPr id="506" name="Google Shape;506;p68"/>
          <p:cNvPicPr preferRelativeResize="0"/>
          <p:nvPr/>
        </p:nvPicPr>
        <p:blipFill>
          <a:blip r:embed="rId3">
            <a:alphaModFix/>
          </a:blip>
          <a:stretch>
            <a:fillRect/>
          </a:stretch>
        </p:blipFill>
        <p:spPr>
          <a:xfrm>
            <a:off x="3406261" y="2666096"/>
            <a:ext cx="2520127" cy="4449600"/>
          </a:xfrm>
          <a:prstGeom prst="rect">
            <a:avLst/>
          </a:prstGeom>
          <a:noFill/>
          <a:ln cap="flat" cmpd="sng" w="9525">
            <a:solidFill>
              <a:srgbClr val="595959"/>
            </a:solidFill>
            <a:prstDash val="solid"/>
            <a:round/>
            <a:headEnd len="sm" w="sm" type="none"/>
            <a:tailEnd len="sm" w="sm" type="none"/>
          </a:ln>
        </p:spPr>
      </p:pic>
      <p:sp>
        <p:nvSpPr>
          <p:cNvPr id="507" name="Google Shape;507;p68"/>
          <p:cNvSpPr/>
          <p:nvPr/>
        </p:nvSpPr>
        <p:spPr>
          <a:xfrm>
            <a:off x="1317125" y="1997725"/>
            <a:ext cx="66984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Most Liked</a:t>
            </a:r>
            <a:endParaRPr sz="2000">
              <a:latin typeface="Inter"/>
              <a:ea typeface="Inter"/>
              <a:cs typeface="Inter"/>
              <a:sym typeface="Inter"/>
            </a:endParaRPr>
          </a:p>
        </p:txBody>
      </p:sp>
      <p:pic>
        <p:nvPicPr>
          <p:cNvPr id="508" name="Google Shape;508;p68"/>
          <p:cNvPicPr preferRelativeResize="0"/>
          <p:nvPr/>
        </p:nvPicPr>
        <p:blipFill>
          <a:blip r:embed="rId4">
            <a:alphaModFix/>
          </a:blip>
          <a:stretch>
            <a:fillRect/>
          </a:stretch>
        </p:blipFill>
        <p:spPr>
          <a:xfrm>
            <a:off x="10614560" y="2666096"/>
            <a:ext cx="3559680" cy="4449600"/>
          </a:xfrm>
          <a:prstGeom prst="rect">
            <a:avLst/>
          </a:prstGeom>
          <a:noFill/>
          <a:ln cap="flat" cmpd="sng" w="9525">
            <a:solidFill>
              <a:srgbClr val="595959"/>
            </a:solidFill>
            <a:prstDash val="solid"/>
            <a:round/>
            <a:headEnd len="sm" w="sm" type="none"/>
            <a:tailEnd len="sm" w="sm" type="none"/>
          </a:ln>
        </p:spPr>
      </p:pic>
      <p:sp>
        <p:nvSpPr>
          <p:cNvPr id="509" name="Google Shape;509;p68"/>
          <p:cNvSpPr/>
          <p:nvPr/>
        </p:nvSpPr>
        <p:spPr>
          <a:xfrm>
            <a:off x="9045200" y="1997725"/>
            <a:ext cx="66984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Least Liked</a:t>
            </a:r>
            <a:endParaRPr sz="2000">
              <a:latin typeface="Inter"/>
              <a:ea typeface="Inter"/>
              <a:cs typeface="Inter"/>
              <a:sym typeface="Inter"/>
            </a:endParaRPr>
          </a:p>
        </p:txBody>
      </p:sp>
      <p:graphicFrame>
        <p:nvGraphicFramePr>
          <p:cNvPr id="510" name="Google Shape;510;p68"/>
          <p:cNvGraphicFramePr/>
          <p:nvPr/>
        </p:nvGraphicFramePr>
        <p:xfrm>
          <a:off x="1317125" y="7340460"/>
          <a:ext cx="3000000" cy="3000000"/>
        </p:xfrm>
        <a:graphic>
          <a:graphicData uri="http://schemas.openxmlformats.org/drawingml/2006/table">
            <a:tbl>
              <a:tblPr>
                <a:noFill/>
                <a:tableStyleId>{5C3CD099-8E2A-48F4-A522-EC8361B9D010}</a:tableStyleId>
              </a:tblPr>
              <a:tblGrid>
                <a:gridCol w="1673275"/>
                <a:gridCol w="5025125"/>
              </a:tblGrid>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Caption</a:t>
                      </a:r>
                      <a:endParaRPr b="1"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vibes? vibes…vibes! (vibes) @drinkpoppi #poppipartner</a:t>
                      </a:r>
                      <a:endParaRPr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Engagement Rate</a:t>
                      </a:r>
                      <a:endParaRPr b="1"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21.61 %</a:t>
                      </a:r>
                      <a:endParaRPr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Likes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136,347</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Comment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964</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Link</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https://instagram.com/p/DUhQms6jI1W/</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511" name="Google Shape;511;p68"/>
          <p:cNvGraphicFramePr/>
          <p:nvPr/>
        </p:nvGraphicFramePr>
        <p:xfrm>
          <a:off x="9045200" y="7340460"/>
          <a:ext cx="3000000" cy="3000000"/>
        </p:xfrm>
        <a:graphic>
          <a:graphicData uri="http://schemas.openxmlformats.org/drawingml/2006/table">
            <a:tbl>
              <a:tblPr>
                <a:noFill/>
                <a:tableStyleId>{5C3CD099-8E2A-48F4-A522-EC8361B9D010}</a:tableStyleId>
              </a:tblPr>
              <a:tblGrid>
                <a:gridCol w="1673275"/>
                <a:gridCol w="5025125"/>
              </a:tblGrid>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Caption</a:t>
                      </a:r>
                      <a:endParaRPr b="1"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what, was there a game sunday? we were busy vibing with charli and rachel 🤭 did you catch us at the game? let us know your fave part in the comments 👀</a:t>
                      </a:r>
                      <a:endParaRPr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Engagement Rate</a:t>
                      </a:r>
                      <a:endParaRPr b="1"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0.09 %</a:t>
                      </a:r>
                      <a:endParaRPr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Likes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562</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Comment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18</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Link</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https://instagram.com/p/DUln589j1kt/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512" name="Google Shape;512;p68"/>
          <p:cNvSpPr txBox="1"/>
          <p:nvPr/>
        </p:nvSpPr>
        <p:spPr>
          <a:xfrm>
            <a:off x="111500" y="9719825"/>
            <a:ext cx="6310800" cy="468600"/>
          </a:xfrm>
          <a:prstGeom prst="rect">
            <a:avLst/>
          </a:prstGeom>
          <a:noFill/>
          <a:ln>
            <a:noFill/>
          </a:ln>
        </p:spPr>
        <p:txBody>
          <a:bodyPr anchorCtr="0" anchor="b" bIns="91450" lIns="91450" spcFirstLastPara="1" rIns="91450" wrap="square" tIns="91450">
            <a:noAutofit/>
          </a:bodyPr>
          <a:lstStyle/>
          <a:p>
            <a:pPr indent="0" lvl="0" marL="0" rtl="0" algn="l">
              <a:spcBef>
                <a:spcPts val="0"/>
              </a:spcBef>
              <a:spcAft>
                <a:spcPts val="0"/>
              </a:spcAft>
              <a:buNone/>
            </a:pPr>
            <a:r>
              <a:rPr lang="en" sz="800">
                <a:solidFill>
                  <a:srgbClr val="000000"/>
                </a:solidFill>
                <a:latin typeface="Roboto Mono"/>
                <a:ea typeface="Roboto Mono"/>
                <a:cs typeface="Roboto Mono"/>
                <a:sym typeface="Roboto Mono"/>
              </a:rPr>
              <a:t>All performance and averages are based on last 50 uploads</a:t>
            </a:r>
            <a:endParaRPr sz="800">
              <a:solidFill>
                <a:srgbClr val="000000"/>
              </a:solidFill>
              <a:latin typeface="Roboto Mono"/>
              <a:ea typeface="Roboto Mono"/>
              <a:cs typeface="Roboto Mono"/>
              <a:sym typeface="Roboto Mono"/>
            </a:endParaRPr>
          </a:p>
          <a:p>
            <a:pPr indent="0" lvl="0" marL="0" rtl="0" algn="l">
              <a:spcBef>
                <a:spcPts val="0"/>
              </a:spcBef>
              <a:spcAft>
                <a:spcPts val="0"/>
              </a:spcAft>
              <a:buNone/>
            </a:pPr>
            <a:r>
              <a:rPr lang="en" sz="800">
                <a:latin typeface="Roboto Mono"/>
                <a:ea typeface="Roboto Mono"/>
                <a:cs typeface="Roboto Mono"/>
                <a:sym typeface="Roboto Mono"/>
              </a:rPr>
              <a:t>Engagement rate calculated as comments and likes over followers</a:t>
            </a:r>
            <a:endParaRPr sz="800">
              <a:latin typeface="Roboto Mono"/>
              <a:ea typeface="Roboto Mono"/>
              <a:cs typeface="Roboto Mono"/>
              <a:sym typeface="Roboto Mono"/>
            </a:endParaRPr>
          </a:p>
          <a:p>
            <a:pPr indent="0" lvl="0" marL="0" rtl="0" algn="l">
              <a:spcBef>
                <a:spcPts val="0"/>
              </a:spcBef>
              <a:spcAft>
                <a:spcPts val="0"/>
              </a:spcAft>
              <a:buNone/>
            </a:pPr>
            <a:r>
              <a:rPr lang="en" sz="800">
                <a:solidFill>
                  <a:schemeClr val="dk1"/>
                </a:solidFill>
                <a:latin typeface="Roboto Mono"/>
                <a:ea typeface="Roboto Mono"/>
                <a:cs typeface="Roboto Mono"/>
                <a:sym typeface="Roboto Mono"/>
              </a:rPr>
              <a:t>Note statistics may be skewed due to recency bias</a:t>
            </a:r>
            <a:endParaRPr sz="800">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grpSp>
        <p:nvGrpSpPr>
          <p:cNvPr id="517" name="Google Shape;517;p69"/>
          <p:cNvGrpSpPr/>
          <p:nvPr/>
        </p:nvGrpSpPr>
        <p:grpSpPr>
          <a:xfrm>
            <a:off x="670275" y="383825"/>
            <a:ext cx="6600000" cy="1324800"/>
            <a:chOff x="693125" y="512875"/>
            <a:chExt cx="3300000" cy="662400"/>
          </a:xfrm>
        </p:grpSpPr>
        <p:sp>
          <p:nvSpPr>
            <p:cNvPr id="518" name="Google Shape;518;p69"/>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519" name="Google Shape;519;p69"/>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Most / Least Comments</a:t>
              </a:r>
              <a:endParaRPr sz="3600">
                <a:latin typeface="Inter"/>
                <a:ea typeface="Inter"/>
                <a:cs typeface="Inter"/>
                <a:sym typeface="Inter"/>
              </a:endParaRPr>
            </a:p>
          </p:txBody>
        </p:sp>
      </p:grpSp>
      <p:pic>
        <p:nvPicPr>
          <p:cNvPr id="520" name="Google Shape;520;p69"/>
          <p:cNvPicPr preferRelativeResize="0"/>
          <p:nvPr/>
        </p:nvPicPr>
        <p:blipFill>
          <a:blip r:embed="rId3">
            <a:alphaModFix/>
          </a:blip>
          <a:stretch>
            <a:fillRect/>
          </a:stretch>
        </p:blipFill>
        <p:spPr>
          <a:xfrm>
            <a:off x="3406261" y="2666096"/>
            <a:ext cx="2520127" cy="4449600"/>
          </a:xfrm>
          <a:prstGeom prst="rect">
            <a:avLst/>
          </a:prstGeom>
          <a:noFill/>
          <a:ln cap="flat" cmpd="sng" w="9525">
            <a:solidFill>
              <a:srgbClr val="595959"/>
            </a:solidFill>
            <a:prstDash val="solid"/>
            <a:round/>
            <a:headEnd len="sm" w="sm" type="none"/>
            <a:tailEnd len="sm" w="sm" type="none"/>
          </a:ln>
        </p:spPr>
      </p:pic>
      <p:sp>
        <p:nvSpPr>
          <p:cNvPr id="521" name="Google Shape;521;p69"/>
          <p:cNvSpPr/>
          <p:nvPr/>
        </p:nvSpPr>
        <p:spPr>
          <a:xfrm>
            <a:off x="1317125" y="1997725"/>
            <a:ext cx="66984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Most Comments</a:t>
            </a:r>
            <a:endParaRPr sz="2000">
              <a:latin typeface="Inter"/>
              <a:ea typeface="Inter"/>
              <a:cs typeface="Inter"/>
              <a:sym typeface="Inter"/>
            </a:endParaRPr>
          </a:p>
        </p:txBody>
      </p:sp>
      <p:pic>
        <p:nvPicPr>
          <p:cNvPr id="522" name="Google Shape;522;p69"/>
          <p:cNvPicPr preferRelativeResize="0"/>
          <p:nvPr/>
        </p:nvPicPr>
        <p:blipFill>
          <a:blip r:embed="rId4">
            <a:alphaModFix/>
          </a:blip>
          <a:stretch>
            <a:fillRect/>
          </a:stretch>
        </p:blipFill>
        <p:spPr>
          <a:xfrm>
            <a:off x="10614560" y="2666096"/>
            <a:ext cx="3559680" cy="4449600"/>
          </a:xfrm>
          <a:prstGeom prst="rect">
            <a:avLst/>
          </a:prstGeom>
          <a:noFill/>
          <a:ln cap="flat" cmpd="sng" w="9525">
            <a:solidFill>
              <a:srgbClr val="595959"/>
            </a:solidFill>
            <a:prstDash val="solid"/>
            <a:round/>
            <a:headEnd len="sm" w="sm" type="none"/>
            <a:tailEnd len="sm" w="sm" type="none"/>
          </a:ln>
        </p:spPr>
      </p:pic>
      <p:sp>
        <p:nvSpPr>
          <p:cNvPr id="523" name="Google Shape;523;p69"/>
          <p:cNvSpPr/>
          <p:nvPr/>
        </p:nvSpPr>
        <p:spPr>
          <a:xfrm>
            <a:off x="9045200" y="1997725"/>
            <a:ext cx="66984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Least Comments</a:t>
            </a:r>
            <a:endParaRPr sz="2000">
              <a:latin typeface="Inter"/>
              <a:ea typeface="Inter"/>
              <a:cs typeface="Inter"/>
              <a:sym typeface="Inter"/>
            </a:endParaRPr>
          </a:p>
        </p:txBody>
      </p:sp>
      <p:sp>
        <p:nvSpPr>
          <p:cNvPr id="524" name="Google Shape;524;p69"/>
          <p:cNvSpPr txBox="1"/>
          <p:nvPr/>
        </p:nvSpPr>
        <p:spPr>
          <a:xfrm>
            <a:off x="111500" y="9719825"/>
            <a:ext cx="6310800" cy="468600"/>
          </a:xfrm>
          <a:prstGeom prst="rect">
            <a:avLst/>
          </a:prstGeom>
          <a:noFill/>
          <a:ln>
            <a:noFill/>
          </a:ln>
        </p:spPr>
        <p:txBody>
          <a:bodyPr anchorCtr="0" anchor="b" bIns="91450" lIns="91450" spcFirstLastPara="1" rIns="91450" wrap="square" tIns="91450">
            <a:noAutofit/>
          </a:bodyPr>
          <a:lstStyle/>
          <a:p>
            <a:pPr indent="0" lvl="0" marL="0" rtl="0" algn="l">
              <a:spcBef>
                <a:spcPts val="0"/>
              </a:spcBef>
              <a:spcAft>
                <a:spcPts val="0"/>
              </a:spcAft>
              <a:buNone/>
            </a:pPr>
            <a:r>
              <a:rPr lang="en" sz="800">
                <a:solidFill>
                  <a:srgbClr val="000000"/>
                </a:solidFill>
                <a:latin typeface="Roboto Mono"/>
                <a:ea typeface="Roboto Mono"/>
                <a:cs typeface="Roboto Mono"/>
                <a:sym typeface="Roboto Mono"/>
              </a:rPr>
              <a:t>All performance and averages are based on last 50 uploads</a:t>
            </a:r>
            <a:endParaRPr sz="800">
              <a:solidFill>
                <a:srgbClr val="000000"/>
              </a:solidFill>
              <a:latin typeface="Roboto Mono"/>
              <a:ea typeface="Roboto Mono"/>
              <a:cs typeface="Roboto Mono"/>
              <a:sym typeface="Roboto Mono"/>
            </a:endParaRPr>
          </a:p>
          <a:p>
            <a:pPr indent="0" lvl="0" marL="0" rtl="0" algn="l">
              <a:spcBef>
                <a:spcPts val="0"/>
              </a:spcBef>
              <a:spcAft>
                <a:spcPts val="0"/>
              </a:spcAft>
              <a:buNone/>
            </a:pPr>
            <a:r>
              <a:rPr lang="en" sz="800">
                <a:latin typeface="Roboto Mono"/>
                <a:ea typeface="Roboto Mono"/>
                <a:cs typeface="Roboto Mono"/>
                <a:sym typeface="Roboto Mono"/>
              </a:rPr>
              <a:t>Engagement rate calculated as comments and likes over followers</a:t>
            </a:r>
            <a:endParaRPr sz="800">
              <a:latin typeface="Roboto Mono"/>
              <a:ea typeface="Roboto Mono"/>
              <a:cs typeface="Roboto Mono"/>
              <a:sym typeface="Roboto Mono"/>
            </a:endParaRPr>
          </a:p>
          <a:p>
            <a:pPr indent="0" lvl="0" marL="0" rtl="0" algn="l">
              <a:spcBef>
                <a:spcPts val="0"/>
              </a:spcBef>
              <a:spcAft>
                <a:spcPts val="0"/>
              </a:spcAft>
              <a:buNone/>
            </a:pPr>
            <a:r>
              <a:rPr lang="en" sz="800">
                <a:solidFill>
                  <a:schemeClr val="dk1"/>
                </a:solidFill>
                <a:latin typeface="Roboto Mono"/>
                <a:ea typeface="Roboto Mono"/>
                <a:cs typeface="Roboto Mono"/>
                <a:sym typeface="Roboto Mono"/>
              </a:rPr>
              <a:t>Note statistics may be skewed due to recency bias</a:t>
            </a:r>
            <a:endParaRPr sz="800">
              <a:latin typeface="Roboto Mono"/>
              <a:ea typeface="Roboto Mono"/>
              <a:cs typeface="Roboto Mono"/>
              <a:sym typeface="Roboto Mono"/>
            </a:endParaRPr>
          </a:p>
        </p:txBody>
      </p:sp>
      <p:graphicFrame>
        <p:nvGraphicFramePr>
          <p:cNvPr id="525" name="Google Shape;525;p69"/>
          <p:cNvGraphicFramePr/>
          <p:nvPr/>
        </p:nvGraphicFramePr>
        <p:xfrm>
          <a:off x="1317125" y="7340460"/>
          <a:ext cx="3000000" cy="3000000"/>
        </p:xfrm>
        <a:graphic>
          <a:graphicData uri="http://schemas.openxmlformats.org/drawingml/2006/table">
            <a:tbl>
              <a:tblPr>
                <a:noFill/>
                <a:tableStyleId>{5C3CD099-8E2A-48F4-A522-EC8361B9D010}</a:tableStyleId>
              </a:tblPr>
              <a:tblGrid>
                <a:gridCol w="1673275"/>
                <a:gridCol w="5025125"/>
              </a:tblGrid>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Caption</a:t>
                      </a:r>
                      <a:endParaRPr b="1"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vibes? vibes…vibes! (vibes) @drinkpoppi #poppipartner</a:t>
                      </a:r>
                      <a:endParaRPr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Engagement Rate</a:t>
                      </a:r>
                      <a:endParaRPr b="1"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21.61 %</a:t>
                      </a:r>
                      <a:endParaRPr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Likes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136,347</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Comment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964</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Link</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https://instagram.com/p/DUhQms6jI1W/</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526" name="Google Shape;526;p69"/>
          <p:cNvGraphicFramePr/>
          <p:nvPr/>
        </p:nvGraphicFramePr>
        <p:xfrm>
          <a:off x="9045200" y="7340460"/>
          <a:ext cx="3000000" cy="3000000"/>
        </p:xfrm>
        <a:graphic>
          <a:graphicData uri="http://schemas.openxmlformats.org/drawingml/2006/table">
            <a:tbl>
              <a:tblPr>
                <a:noFill/>
                <a:tableStyleId>{5C3CD099-8E2A-48F4-A522-EC8361B9D010}</a:tableStyleId>
              </a:tblPr>
              <a:tblGrid>
                <a:gridCol w="1673275"/>
                <a:gridCol w="5025125"/>
              </a:tblGrid>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Caption</a:t>
                      </a:r>
                      <a:endParaRPr b="1"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what, was there a game sunday? we were busy vibing with charli and rachel 🤭 did you catch us at the game? let us know your fave part in the comments 👀</a:t>
                      </a:r>
                      <a:endParaRPr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Engagement Rate</a:t>
                      </a:r>
                      <a:endParaRPr b="1"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0.09 %</a:t>
                      </a:r>
                      <a:endParaRPr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Likes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562</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Comment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18</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Link</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https://instagram.com/p/DUln589j1kt/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grpSp>
        <p:nvGrpSpPr>
          <p:cNvPr id="531" name="Google Shape;531;p70"/>
          <p:cNvGrpSpPr/>
          <p:nvPr/>
        </p:nvGrpSpPr>
        <p:grpSpPr>
          <a:xfrm>
            <a:off x="670275" y="383825"/>
            <a:ext cx="6600000" cy="1324800"/>
            <a:chOff x="693125" y="512875"/>
            <a:chExt cx="3300000" cy="662400"/>
          </a:xfrm>
        </p:grpSpPr>
        <p:sp>
          <p:nvSpPr>
            <p:cNvPr id="532" name="Google Shape;532;p70"/>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533" name="Google Shape;533;p70"/>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Most / Least Engaged</a:t>
              </a:r>
              <a:endParaRPr sz="3600">
                <a:latin typeface="Inter"/>
                <a:ea typeface="Inter"/>
                <a:cs typeface="Inter"/>
                <a:sym typeface="Inter"/>
              </a:endParaRPr>
            </a:p>
          </p:txBody>
        </p:sp>
      </p:grpSp>
      <p:pic>
        <p:nvPicPr>
          <p:cNvPr id="534" name="Google Shape;534;p70"/>
          <p:cNvPicPr preferRelativeResize="0"/>
          <p:nvPr/>
        </p:nvPicPr>
        <p:blipFill>
          <a:blip r:embed="rId3">
            <a:alphaModFix/>
          </a:blip>
          <a:stretch>
            <a:fillRect/>
          </a:stretch>
        </p:blipFill>
        <p:spPr>
          <a:xfrm>
            <a:off x="3406261" y="2666096"/>
            <a:ext cx="2520127" cy="4449600"/>
          </a:xfrm>
          <a:prstGeom prst="rect">
            <a:avLst/>
          </a:prstGeom>
          <a:noFill/>
          <a:ln cap="flat" cmpd="sng" w="9525">
            <a:solidFill>
              <a:srgbClr val="595959"/>
            </a:solidFill>
            <a:prstDash val="solid"/>
            <a:round/>
            <a:headEnd len="sm" w="sm" type="none"/>
            <a:tailEnd len="sm" w="sm" type="none"/>
          </a:ln>
        </p:spPr>
      </p:pic>
      <p:sp>
        <p:nvSpPr>
          <p:cNvPr id="535" name="Google Shape;535;p70"/>
          <p:cNvSpPr/>
          <p:nvPr/>
        </p:nvSpPr>
        <p:spPr>
          <a:xfrm>
            <a:off x="1317125" y="1997725"/>
            <a:ext cx="66984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Most Engaged</a:t>
            </a:r>
            <a:endParaRPr sz="2000">
              <a:latin typeface="Inter"/>
              <a:ea typeface="Inter"/>
              <a:cs typeface="Inter"/>
              <a:sym typeface="Inter"/>
            </a:endParaRPr>
          </a:p>
        </p:txBody>
      </p:sp>
      <p:graphicFrame>
        <p:nvGraphicFramePr>
          <p:cNvPr id="536" name="Google Shape;536;p70"/>
          <p:cNvGraphicFramePr/>
          <p:nvPr/>
        </p:nvGraphicFramePr>
        <p:xfrm>
          <a:off x="1317125" y="7340460"/>
          <a:ext cx="3000000" cy="3000000"/>
        </p:xfrm>
        <a:graphic>
          <a:graphicData uri="http://schemas.openxmlformats.org/drawingml/2006/table">
            <a:tbl>
              <a:tblPr>
                <a:noFill/>
                <a:tableStyleId>{5C3CD099-8E2A-48F4-A522-EC8361B9D010}</a:tableStyleId>
              </a:tblPr>
              <a:tblGrid>
                <a:gridCol w="1673275"/>
                <a:gridCol w="5025125"/>
              </a:tblGrid>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Caption</a:t>
                      </a:r>
                      <a:endParaRPr b="1"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Clr>
                          <a:srgbClr val="000000"/>
                        </a:buClr>
                        <a:buSzPts val="1100"/>
                        <a:buFont typeface="Arial"/>
                        <a:buNone/>
                      </a:pPr>
                      <a:r>
                        <a:rPr lang="en" sz="1200">
                          <a:latin typeface="Roboto Mono"/>
                          <a:ea typeface="Roboto Mono"/>
                          <a:cs typeface="Roboto Mono"/>
                          <a:sym typeface="Roboto Mono"/>
                        </a:rPr>
                        <a:t>vibes? vibes…vibes! (vibes) @drinkpoppi #poppipartner</a:t>
                      </a:r>
                      <a:endParaRPr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Engagement Rate</a:t>
                      </a:r>
                      <a:endParaRPr b="1"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21.61 %</a:t>
                      </a:r>
                      <a:endParaRPr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Likes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136,347</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Comment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964</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Link</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https://instagram.com/p/DUhQms6jI1W/</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pic>
        <p:nvPicPr>
          <p:cNvPr id="537" name="Google Shape;537;p70"/>
          <p:cNvPicPr preferRelativeResize="0"/>
          <p:nvPr/>
        </p:nvPicPr>
        <p:blipFill>
          <a:blip r:embed="rId4">
            <a:alphaModFix/>
          </a:blip>
          <a:stretch>
            <a:fillRect/>
          </a:stretch>
        </p:blipFill>
        <p:spPr>
          <a:xfrm>
            <a:off x="10614560" y="2666096"/>
            <a:ext cx="3559680" cy="4449600"/>
          </a:xfrm>
          <a:prstGeom prst="rect">
            <a:avLst/>
          </a:prstGeom>
          <a:noFill/>
          <a:ln cap="flat" cmpd="sng" w="9525">
            <a:solidFill>
              <a:srgbClr val="595959"/>
            </a:solidFill>
            <a:prstDash val="solid"/>
            <a:round/>
            <a:headEnd len="sm" w="sm" type="none"/>
            <a:tailEnd len="sm" w="sm" type="none"/>
          </a:ln>
        </p:spPr>
      </p:pic>
      <p:sp>
        <p:nvSpPr>
          <p:cNvPr id="538" name="Google Shape;538;p70"/>
          <p:cNvSpPr/>
          <p:nvPr/>
        </p:nvSpPr>
        <p:spPr>
          <a:xfrm>
            <a:off x="9045200" y="1997725"/>
            <a:ext cx="66984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 sz="2000">
                <a:solidFill>
                  <a:schemeClr val="dk1"/>
                </a:solidFill>
                <a:latin typeface="Roboto Mono"/>
                <a:ea typeface="Roboto Mono"/>
                <a:cs typeface="Roboto Mono"/>
                <a:sym typeface="Roboto Mono"/>
              </a:rPr>
              <a:t>Least Engaged</a:t>
            </a:r>
            <a:endParaRPr sz="2000">
              <a:latin typeface="Inter"/>
              <a:ea typeface="Inter"/>
              <a:cs typeface="Inter"/>
              <a:sym typeface="Inter"/>
            </a:endParaRPr>
          </a:p>
        </p:txBody>
      </p:sp>
      <p:graphicFrame>
        <p:nvGraphicFramePr>
          <p:cNvPr id="539" name="Google Shape;539;p70"/>
          <p:cNvGraphicFramePr/>
          <p:nvPr/>
        </p:nvGraphicFramePr>
        <p:xfrm>
          <a:off x="9045200" y="7340460"/>
          <a:ext cx="3000000" cy="3000000"/>
        </p:xfrm>
        <a:graphic>
          <a:graphicData uri="http://schemas.openxmlformats.org/drawingml/2006/table">
            <a:tbl>
              <a:tblPr>
                <a:noFill/>
                <a:tableStyleId>{5C3CD099-8E2A-48F4-A522-EC8361B9D010}</a:tableStyleId>
              </a:tblPr>
              <a:tblGrid>
                <a:gridCol w="1673275"/>
                <a:gridCol w="5025125"/>
              </a:tblGrid>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Caption</a:t>
                      </a:r>
                      <a:endParaRPr b="1"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Clr>
                          <a:srgbClr val="000000"/>
                        </a:buClr>
                        <a:buSzPts val="1100"/>
                        <a:buFont typeface="Arial"/>
                        <a:buNone/>
                      </a:pPr>
                      <a:r>
                        <a:rPr lang="en" sz="1200">
                          <a:latin typeface="Roboto Mono"/>
                          <a:ea typeface="Roboto Mono"/>
                          <a:cs typeface="Roboto Mono"/>
                          <a:sym typeface="Roboto Mono"/>
                        </a:rPr>
                        <a:t>what, was there a game sunday? we were busy vibing with charli and rachel 🤭 did you catch us at the game? let us know your fave part in the comments 👀</a:t>
                      </a:r>
                      <a:endParaRPr sz="1200">
                        <a:solidFill>
                          <a:srgbClr val="000000"/>
                        </a:solidFill>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latin typeface="Roboto Mono"/>
                          <a:ea typeface="Roboto Mono"/>
                          <a:cs typeface="Roboto Mono"/>
                          <a:sym typeface="Roboto Mono"/>
                        </a:rPr>
                        <a:t>Engagement Rate</a:t>
                      </a:r>
                      <a:endParaRPr b="1"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least_engaged_rate_placeholder</a:t>
                      </a:r>
                      <a:endParaRPr sz="1200">
                        <a:latin typeface="Roboto Mono"/>
                        <a:ea typeface="Roboto Mono"/>
                        <a:cs typeface="Roboto Mono"/>
                        <a:sym typeface="Roboto Mon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Likes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562</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Comment Count</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18</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lnSpc>
                          <a:spcPct val="150000"/>
                        </a:lnSpc>
                        <a:spcBef>
                          <a:spcPts val="0"/>
                        </a:spcBef>
                        <a:spcAft>
                          <a:spcPts val="0"/>
                        </a:spcAft>
                        <a:buNone/>
                      </a:pPr>
                      <a:r>
                        <a:rPr b="1" lang="en" sz="1200">
                          <a:solidFill>
                            <a:schemeClr val="dk1"/>
                          </a:solidFill>
                          <a:latin typeface="Roboto Mono"/>
                          <a:ea typeface="Roboto Mono"/>
                          <a:cs typeface="Roboto Mono"/>
                          <a:sym typeface="Roboto Mono"/>
                        </a:rPr>
                        <a:t>Link</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50000"/>
                        </a:lnSpc>
                        <a:spcBef>
                          <a:spcPts val="0"/>
                        </a:spcBef>
                        <a:spcAft>
                          <a:spcPts val="0"/>
                        </a:spcAft>
                        <a:buNone/>
                      </a:pPr>
                      <a:r>
                        <a:rPr lang="en" sz="1200">
                          <a:solidFill>
                            <a:schemeClr val="dk1"/>
                          </a:solidFill>
                          <a:latin typeface="Roboto Mono"/>
                          <a:ea typeface="Roboto Mono"/>
                          <a:cs typeface="Roboto Mono"/>
                          <a:sym typeface="Roboto Mono"/>
                        </a:rPr>
                        <a:t>https://instagram.com/p/DUln589j1kt/</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540" name="Google Shape;540;p70"/>
          <p:cNvSpPr txBox="1"/>
          <p:nvPr/>
        </p:nvSpPr>
        <p:spPr>
          <a:xfrm>
            <a:off x="111500" y="9719825"/>
            <a:ext cx="6310800" cy="468600"/>
          </a:xfrm>
          <a:prstGeom prst="rect">
            <a:avLst/>
          </a:prstGeom>
          <a:noFill/>
          <a:ln>
            <a:noFill/>
          </a:ln>
        </p:spPr>
        <p:txBody>
          <a:bodyPr anchorCtr="0" anchor="b" bIns="91450" lIns="91450" spcFirstLastPara="1" rIns="91450" wrap="square" tIns="91450">
            <a:noAutofit/>
          </a:bodyPr>
          <a:lstStyle/>
          <a:p>
            <a:pPr indent="0" lvl="0" marL="0" rtl="0" algn="l">
              <a:spcBef>
                <a:spcPts val="0"/>
              </a:spcBef>
              <a:spcAft>
                <a:spcPts val="0"/>
              </a:spcAft>
              <a:buNone/>
            </a:pPr>
            <a:r>
              <a:rPr lang="en" sz="800">
                <a:solidFill>
                  <a:srgbClr val="000000"/>
                </a:solidFill>
                <a:latin typeface="Roboto Mono"/>
                <a:ea typeface="Roboto Mono"/>
                <a:cs typeface="Roboto Mono"/>
                <a:sym typeface="Roboto Mono"/>
              </a:rPr>
              <a:t>All performance and averages are based on last 50 uploads</a:t>
            </a:r>
            <a:endParaRPr sz="800">
              <a:solidFill>
                <a:srgbClr val="000000"/>
              </a:solidFill>
              <a:latin typeface="Roboto Mono"/>
              <a:ea typeface="Roboto Mono"/>
              <a:cs typeface="Roboto Mono"/>
              <a:sym typeface="Roboto Mono"/>
            </a:endParaRPr>
          </a:p>
          <a:p>
            <a:pPr indent="0" lvl="0" marL="0" rtl="0" algn="l">
              <a:spcBef>
                <a:spcPts val="0"/>
              </a:spcBef>
              <a:spcAft>
                <a:spcPts val="0"/>
              </a:spcAft>
              <a:buNone/>
            </a:pPr>
            <a:r>
              <a:rPr lang="en" sz="800">
                <a:latin typeface="Roboto Mono"/>
                <a:ea typeface="Roboto Mono"/>
                <a:cs typeface="Roboto Mono"/>
                <a:sym typeface="Roboto Mono"/>
              </a:rPr>
              <a:t>Engagement rate calculated as comments and likes over followers</a:t>
            </a:r>
            <a:endParaRPr sz="800">
              <a:latin typeface="Roboto Mono"/>
              <a:ea typeface="Roboto Mono"/>
              <a:cs typeface="Roboto Mono"/>
              <a:sym typeface="Roboto Mono"/>
            </a:endParaRPr>
          </a:p>
          <a:p>
            <a:pPr indent="0" lvl="0" marL="0" rtl="0" algn="l">
              <a:spcBef>
                <a:spcPts val="0"/>
              </a:spcBef>
              <a:spcAft>
                <a:spcPts val="0"/>
              </a:spcAft>
              <a:buNone/>
            </a:pPr>
            <a:r>
              <a:rPr lang="en" sz="800">
                <a:solidFill>
                  <a:schemeClr val="dk1"/>
                </a:solidFill>
                <a:latin typeface="Roboto Mono"/>
                <a:ea typeface="Roboto Mono"/>
                <a:cs typeface="Roboto Mono"/>
                <a:sym typeface="Roboto Mono"/>
              </a:rPr>
              <a:t>Note statistics may be skewed due to recency bias</a:t>
            </a:r>
            <a:endParaRPr sz="800">
              <a:latin typeface="Roboto Mono"/>
              <a:ea typeface="Roboto Mono"/>
              <a:cs typeface="Roboto Mono"/>
              <a:sym typeface="Roboto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966"/>
        </a:solidFill>
      </p:bgPr>
    </p:bg>
    <p:spTree>
      <p:nvGrpSpPr>
        <p:cNvPr id="544" name="Shape 544"/>
        <p:cNvGrpSpPr/>
        <p:nvPr/>
      </p:nvGrpSpPr>
      <p:grpSpPr>
        <a:xfrm>
          <a:off x="0" y="0"/>
          <a:ext cx="0" cy="0"/>
          <a:chOff x="0" y="0"/>
          <a:chExt cx="0" cy="0"/>
        </a:xfrm>
      </p:grpSpPr>
      <p:grpSp>
        <p:nvGrpSpPr>
          <p:cNvPr id="545" name="Google Shape;545;p71"/>
          <p:cNvGrpSpPr/>
          <p:nvPr/>
        </p:nvGrpSpPr>
        <p:grpSpPr>
          <a:xfrm>
            <a:off x="646500" y="4481100"/>
            <a:ext cx="6600000" cy="1324800"/>
            <a:chOff x="693125" y="512875"/>
            <a:chExt cx="3300000" cy="662400"/>
          </a:xfrm>
        </p:grpSpPr>
        <p:sp>
          <p:nvSpPr>
            <p:cNvPr id="546" name="Google Shape;546;p71"/>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547" name="Google Shape;547;p71"/>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Appendix</a:t>
              </a:r>
              <a:endParaRPr sz="3600">
                <a:latin typeface="Inter"/>
                <a:ea typeface="Inter"/>
                <a:cs typeface="Inter"/>
                <a:sym typeface="Inte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grpSp>
        <p:nvGrpSpPr>
          <p:cNvPr id="552" name="Google Shape;552;p72"/>
          <p:cNvGrpSpPr/>
          <p:nvPr/>
        </p:nvGrpSpPr>
        <p:grpSpPr>
          <a:xfrm>
            <a:off x="646500" y="4481100"/>
            <a:ext cx="6600000" cy="1324800"/>
            <a:chOff x="693125" y="512875"/>
            <a:chExt cx="3300000" cy="662400"/>
          </a:xfrm>
        </p:grpSpPr>
        <p:sp>
          <p:nvSpPr>
            <p:cNvPr id="553" name="Google Shape;553;p72"/>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554" name="Google Shape;554;p72"/>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Audience Dive</a:t>
              </a:r>
              <a:endParaRPr sz="3600">
                <a:latin typeface="Inter"/>
                <a:ea typeface="Inter"/>
                <a:cs typeface="Inter"/>
                <a:sym typeface="Inte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cxnSp>
        <p:nvCxnSpPr>
          <p:cNvPr id="559" name="Google Shape;559;p73"/>
          <p:cNvCxnSpPr/>
          <p:nvPr/>
        </p:nvCxnSpPr>
        <p:spPr>
          <a:xfrm>
            <a:off x="839388" y="2935775"/>
            <a:ext cx="16609200" cy="9000"/>
          </a:xfrm>
          <a:prstGeom prst="straightConnector1">
            <a:avLst/>
          </a:prstGeom>
          <a:noFill/>
          <a:ln cap="flat" cmpd="sng" w="38100">
            <a:solidFill>
              <a:srgbClr val="FFFFFF"/>
            </a:solidFill>
            <a:prstDash val="solid"/>
            <a:round/>
            <a:headEnd len="med" w="med" type="none"/>
            <a:tailEnd len="med" w="med" type="none"/>
          </a:ln>
        </p:spPr>
      </p:cxnSp>
      <p:grpSp>
        <p:nvGrpSpPr>
          <p:cNvPr id="560" name="Google Shape;560;p73"/>
          <p:cNvGrpSpPr/>
          <p:nvPr/>
        </p:nvGrpSpPr>
        <p:grpSpPr>
          <a:xfrm>
            <a:off x="670275" y="383825"/>
            <a:ext cx="6600000" cy="1324800"/>
            <a:chOff x="693125" y="512875"/>
            <a:chExt cx="3300000" cy="662400"/>
          </a:xfrm>
        </p:grpSpPr>
        <p:sp>
          <p:nvSpPr>
            <p:cNvPr id="561" name="Google Shape;561;p73"/>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562" name="Google Shape;562;p73"/>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Audience Needs</a:t>
              </a:r>
              <a:endParaRPr sz="3600">
                <a:latin typeface="Inter"/>
                <a:ea typeface="Inter"/>
                <a:cs typeface="Inter"/>
                <a:sym typeface="Inter"/>
              </a:endParaRPr>
            </a:p>
          </p:txBody>
        </p:sp>
      </p:grpSp>
      <p:sp>
        <p:nvSpPr>
          <p:cNvPr id="563" name="Google Shape;563;p73"/>
          <p:cNvSpPr/>
          <p:nvPr/>
        </p:nvSpPr>
        <p:spPr>
          <a:xfrm>
            <a:off x="10032388" y="3243775"/>
            <a:ext cx="75606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Verbatims</a:t>
            </a:r>
            <a:endParaRPr sz="2000">
              <a:latin typeface="Inter"/>
              <a:ea typeface="Inter"/>
              <a:cs typeface="Inter"/>
              <a:sym typeface="Inter"/>
            </a:endParaRPr>
          </a:p>
        </p:txBody>
      </p:sp>
      <p:sp>
        <p:nvSpPr>
          <p:cNvPr id="564" name="Google Shape;564;p73"/>
          <p:cNvSpPr/>
          <p:nvPr/>
        </p:nvSpPr>
        <p:spPr>
          <a:xfrm>
            <a:off x="695013" y="3243775"/>
            <a:ext cx="8915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Evidence</a:t>
            </a:r>
            <a:endParaRPr sz="2000">
              <a:latin typeface="Inter"/>
              <a:ea typeface="Inter"/>
              <a:cs typeface="Inter"/>
              <a:sym typeface="Inter"/>
            </a:endParaRPr>
          </a:p>
        </p:txBody>
      </p:sp>
      <p:sp>
        <p:nvSpPr>
          <p:cNvPr id="565" name="Google Shape;565;p73"/>
          <p:cNvSpPr/>
          <p:nvPr/>
        </p:nvSpPr>
        <p:spPr>
          <a:xfrm>
            <a:off x="695025" y="3932025"/>
            <a:ext cx="8915700" cy="2377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Frequent comments express difficulty finding specific Poppi flavors like Shirley Temple, indicating supply gaps.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Comments reveal user difficulties with online ordering systems during limited drops.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Engagement spikes at content featuring popular influencer collaborations, especially Charli XCX.</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Comments request and celebrate Poppi’s stickers, merch, and giveaway packs, signaling strong affinity.</a:t>
            </a:r>
            <a:endParaRPr>
              <a:solidFill>
                <a:schemeClr val="dk1"/>
              </a:solidFill>
              <a:latin typeface="Roboto Mono"/>
              <a:ea typeface="Roboto Mono"/>
              <a:cs typeface="Roboto Mono"/>
              <a:sym typeface="Roboto Mono"/>
            </a:endParaRPr>
          </a:p>
        </p:txBody>
      </p:sp>
      <p:sp>
        <p:nvSpPr>
          <p:cNvPr id="566" name="Google Shape;566;p73"/>
          <p:cNvSpPr/>
          <p:nvPr/>
        </p:nvSpPr>
        <p:spPr>
          <a:xfrm>
            <a:off x="695013" y="6425675"/>
            <a:ext cx="8915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Expressions</a:t>
            </a:r>
            <a:endParaRPr sz="2000">
              <a:latin typeface="Inter"/>
              <a:ea typeface="Inter"/>
              <a:cs typeface="Inter"/>
              <a:sym typeface="Inter"/>
            </a:endParaRPr>
          </a:p>
        </p:txBody>
      </p:sp>
      <p:sp>
        <p:nvSpPr>
          <p:cNvPr id="567" name="Google Shape;567;p73"/>
          <p:cNvSpPr/>
          <p:nvPr/>
        </p:nvSpPr>
        <p:spPr>
          <a:xfrm>
            <a:off x="695025" y="7113925"/>
            <a:ext cx="8915700" cy="2377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Persistent in-store availability complaints and calls for clarity on flavor access indicate urgent need for consistent product presence.</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Complaints about failed checkouts and sold-out items during digital drops highlight need for ecommerce improvements.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Explosive audience interaction centered on influencer-linked posts showing clear cause-effect in engagement patterns.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Recurring 'need merch' comments and giveaway excitement illustrate desire for tangible brand connection.</a:t>
            </a:r>
            <a:endParaRPr>
              <a:solidFill>
                <a:schemeClr val="dk1"/>
              </a:solidFill>
              <a:latin typeface="Roboto Mono"/>
              <a:ea typeface="Roboto Mono"/>
              <a:cs typeface="Roboto Mono"/>
              <a:sym typeface="Roboto Mono"/>
            </a:endParaRPr>
          </a:p>
        </p:txBody>
      </p:sp>
      <p:sp>
        <p:nvSpPr>
          <p:cNvPr id="568" name="Google Shape;568;p73"/>
          <p:cNvSpPr/>
          <p:nvPr/>
        </p:nvSpPr>
        <p:spPr>
          <a:xfrm>
            <a:off x="10032400" y="3974400"/>
            <a:ext cx="7560600" cy="5517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still can’t find the shirley temple anywhere😭🍒❤️</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Where can u actually get these bc it seems like no where</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I’m trying to make a purchase on the sit but it won’t go through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Already sold out - boo!</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need me some poppi stickers to decorate my laptop 💻 needs a POP of color</a:t>
            </a:r>
            <a:endParaRPr>
              <a:solidFill>
                <a:schemeClr val="dk1"/>
              </a:solidFill>
              <a:latin typeface="Roboto Mono"/>
              <a:ea typeface="Roboto Mono"/>
              <a:cs typeface="Roboto Mono"/>
              <a:sym typeface="Roboto Mono"/>
            </a:endParaRPr>
          </a:p>
        </p:txBody>
      </p:sp>
      <p:sp>
        <p:nvSpPr>
          <p:cNvPr id="569" name="Google Shape;569;p73"/>
          <p:cNvSpPr txBox="1"/>
          <p:nvPr>
            <p:ph idx="4294967295" type="title"/>
          </p:nvPr>
        </p:nvSpPr>
        <p:spPr>
          <a:xfrm>
            <a:off x="839400" y="1947250"/>
            <a:ext cx="16609200" cy="927000"/>
          </a:xfrm>
          <a:prstGeom prst="rect">
            <a:avLst/>
          </a:prstGeom>
        </p:spPr>
        <p:txBody>
          <a:bodyPr anchorCtr="0" anchor="ctr" bIns="91450" lIns="91450" spcFirstLastPara="1" rIns="91450" wrap="square" tIns="91450">
            <a:noAutofit/>
          </a:bodyPr>
          <a:lstStyle/>
          <a:p>
            <a:pPr indent="0" lvl="0" marL="0" rtl="0" algn="ctr">
              <a:spcBef>
                <a:spcPts val="0"/>
              </a:spcBef>
              <a:spcAft>
                <a:spcPts val="0"/>
              </a:spcAft>
              <a:buNone/>
            </a:pPr>
            <a:r>
              <a:rPr b="0" lang="en" sz="1500"/>
              <a:t>Poppi’s community craves consistent product availability, smooth e-commerce, high-impact cultural influencer tie-ins, and exclusive merchandise to deepen connection and loyalty.</a:t>
            </a:r>
            <a:endParaRPr b="0" sz="15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cxnSp>
        <p:nvCxnSpPr>
          <p:cNvPr id="574" name="Google Shape;574;p74"/>
          <p:cNvCxnSpPr/>
          <p:nvPr/>
        </p:nvCxnSpPr>
        <p:spPr>
          <a:xfrm>
            <a:off x="839388" y="2935775"/>
            <a:ext cx="16609200" cy="9000"/>
          </a:xfrm>
          <a:prstGeom prst="straightConnector1">
            <a:avLst/>
          </a:prstGeom>
          <a:noFill/>
          <a:ln cap="flat" cmpd="sng" w="38100">
            <a:solidFill>
              <a:srgbClr val="FFFFFF"/>
            </a:solidFill>
            <a:prstDash val="solid"/>
            <a:round/>
            <a:headEnd len="med" w="med" type="none"/>
            <a:tailEnd len="med" w="med" type="none"/>
          </a:ln>
        </p:spPr>
      </p:cxnSp>
      <p:grpSp>
        <p:nvGrpSpPr>
          <p:cNvPr id="575" name="Google Shape;575;p74"/>
          <p:cNvGrpSpPr/>
          <p:nvPr/>
        </p:nvGrpSpPr>
        <p:grpSpPr>
          <a:xfrm>
            <a:off x="670275" y="383825"/>
            <a:ext cx="6600000" cy="1324800"/>
            <a:chOff x="693125" y="512875"/>
            <a:chExt cx="3300000" cy="662400"/>
          </a:xfrm>
        </p:grpSpPr>
        <p:sp>
          <p:nvSpPr>
            <p:cNvPr id="576" name="Google Shape;576;p74"/>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577" name="Google Shape;577;p74"/>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Audience Objections</a:t>
              </a:r>
              <a:endParaRPr sz="3600">
                <a:latin typeface="Inter"/>
                <a:ea typeface="Inter"/>
                <a:cs typeface="Inter"/>
                <a:sym typeface="Inter"/>
              </a:endParaRPr>
            </a:p>
          </p:txBody>
        </p:sp>
      </p:grpSp>
      <p:sp>
        <p:nvSpPr>
          <p:cNvPr id="578" name="Google Shape;578;p74"/>
          <p:cNvSpPr/>
          <p:nvPr/>
        </p:nvSpPr>
        <p:spPr>
          <a:xfrm>
            <a:off x="10032388" y="3243775"/>
            <a:ext cx="75606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Verbatims</a:t>
            </a:r>
            <a:endParaRPr sz="2000">
              <a:latin typeface="Inter"/>
              <a:ea typeface="Inter"/>
              <a:cs typeface="Inter"/>
              <a:sym typeface="Inter"/>
            </a:endParaRPr>
          </a:p>
        </p:txBody>
      </p:sp>
      <p:sp>
        <p:nvSpPr>
          <p:cNvPr id="579" name="Google Shape;579;p74"/>
          <p:cNvSpPr/>
          <p:nvPr/>
        </p:nvSpPr>
        <p:spPr>
          <a:xfrm>
            <a:off x="695013" y="3243775"/>
            <a:ext cx="8915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Evidence</a:t>
            </a:r>
            <a:endParaRPr sz="2000">
              <a:latin typeface="Inter"/>
              <a:ea typeface="Inter"/>
              <a:cs typeface="Inter"/>
              <a:sym typeface="Inter"/>
            </a:endParaRPr>
          </a:p>
        </p:txBody>
      </p:sp>
      <p:sp>
        <p:nvSpPr>
          <p:cNvPr id="580" name="Google Shape;580;p74"/>
          <p:cNvSpPr/>
          <p:nvPr/>
        </p:nvSpPr>
        <p:spPr>
          <a:xfrm>
            <a:off x="695025" y="3932025"/>
            <a:ext cx="8915700" cy="2377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Frequent complaints about missing flavors and confusion over availability reflect eroded trust.</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Comments reflect doubt about natural or low-sugar claims and flavor authenticity.</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Fans express negative reactions toward new can designs and loss of distinctiveness.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Audience questions changes to flavors and formulations, causing hesitation.</a:t>
            </a:r>
            <a:endParaRPr>
              <a:solidFill>
                <a:schemeClr val="dk1"/>
              </a:solidFill>
              <a:latin typeface="Roboto Mono"/>
              <a:ea typeface="Roboto Mono"/>
              <a:cs typeface="Roboto Mono"/>
              <a:sym typeface="Roboto Mono"/>
            </a:endParaRPr>
          </a:p>
        </p:txBody>
      </p:sp>
      <p:sp>
        <p:nvSpPr>
          <p:cNvPr id="581" name="Google Shape;581;p74"/>
          <p:cNvSpPr/>
          <p:nvPr/>
        </p:nvSpPr>
        <p:spPr>
          <a:xfrm>
            <a:off x="695013" y="6425675"/>
            <a:ext cx="8915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Expressions</a:t>
            </a:r>
            <a:endParaRPr sz="2000">
              <a:latin typeface="Inter"/>
              <a:ea typeface="Inter"/>
              <a:cs typeface="Inter"/>
              <a:sym typeface="Inter"/>
            </a:endParaRPr>
          </a:p>
        </p:txBody>
      </p:sp>
      <p:sp>
        <p:nvSpPr>
          <p:cNvPr id="582" name="Google Shape;582;p74"/>
          <p:cNvSpPr/>
          <p:nvPr/>
        </p:nvSpPr>
        <p:spPr>
          <a:xfrm>
            <a:off x="695025" y="7113925"/>
            <a:ext cx="8915700" cy="2377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Repeated lamentations over missing products and confusing rebrands punctuate audience feedback, often halting positive momentum.</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Health-focused claims meet critical scrutiny, with vocal detractors questioning authenticity and taste profiles.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Widespread critical commentary and calls to revert packaging demonstrate sensitivity to design changes.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Recurring questions and negative assumptions about flavor and formula shifts reveal deep audience wariness.</a:t>
            </a:r>
            <a:endParaRPr>
              <a:solidFill>
                <a:schemeClr val="dk1"/>
              </a:solidFill>
              <a:latin typeface="Roboto Mono"/>
              <a:ea typeface="Roboto Mono"/>
              <a:cs typeface="Roboto Mono"/>
              <a:sym typeface="Roboto Mono"/>
            </a:endParaRPr>
          </a:p>
        </p:txBody>
      </p:sp>
      <p:sp>
        <p:nvSpPr>
          <p:cNvPr id="583" name="Google Shape;583;p74"/>
          <p:cNvSpPr/>
          <p:nvPr/>
        </p:nvSpPr>
        <p:spPr>
          <a:xfrm>
            <a:off x="10032400" y="3974400"/>
            <a:ext cx="7560600" cy="5517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ME PLEASE IM BEGGING I CANNOT FIND SHIRLEY TEMPLE ANYWHERE WHERE I LIVE PLEASEEEEEEE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are we going to be able to actually find the new flavor in store?? still haven't found shirley temple anywhere</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I just hope they don’t change the recipe now that it’s owned by Pepsi.</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Whoever approved this needs to be fired😭this can is devoid of character. It’s not even prettyyy</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is it the same formula with different packaging?</a:t>
            </a:r>
            <a:endParaRPr>
              <a:solidFill>
                <a:schemeClr val="dk1"/>
              </a:solidFill>
              <a:latin typeface="Roboto Mono"/>
              <a:ea typeface="Roboto Mono"/>
              <a:cs typeface="Roboto Mono"/>
              <a:sym typeface="Roboto Mono"/>
            </a:endParaRPr>
          </a:p>
        </p:txBody>
      </p:sp>
      <p:sp>
        <p:nvSpPr>
          <p:cNvPr id="584" name="Google Shape;584;p74"/>
          <p:cNvSpPr txBox="1"/>
          <p:nvPr>
            <p:ph idx="4294967295" type="title"/>
          </p:nvPr>
        </p:nvSpPr>
        <p:spPr>
          <a:xfrm>
            <a:off x="839400" y="1947250"/>
            <a:ext cx="16609200" cy="927000"/>
          </a:xfrm>
          <a:prstGeom prst="rect">
            <a:avLst/>
          </a:prstGeom>
        </p:spPr>
        <p:txBody>
          <a:bodyPr anchorCtr="0" anchor="ctr" bIns="91450" lIns="91450" spcFirstLastPara="1" rIns="91450" wrap="square" tIns="91450">
            <a:noAutofit/>
          </a:bodyPr>
          <a:lstStyle/>
          <a:p>
            <a:pPr indent="0" lvl="0" marL="0" rtl="0" algn="ctr">
              <a:spcBef>
                <a:spcPts val="0"/>
              </a:spcBef>
              <a:spcAft>
                <a:spcPts val="0"/>
              </a:spcAft>
              <a:buNone/>
            </a:pPr>
            <a:r>
              <a:rPr b="0" lang="en" sz="1500"/>
              <a:t>Audience hesitates due to inconsistent product access, doubts on health claims, negative redesign reactions, and unclear flavor changes, risking brand disconnect.</a:t>
            </a:r>
            <a:endParaRPr b="0" sz="15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cxnSp>
        <p:nvCxnSpPr>
          <p:cNvPr id="589" name="Google Shape;589;p75"/>
          <p:cNvCxnSpPr/>
          <p:nvPr/>
        </p:nvCxnSpPr>
        <p:spPr>
          <a:xfrm>
            <a:off x="839388" y="2935775"/>
            <a:ext cx="16609200" cy="9000"/>
          </a:xfrm>
          <a:prstGeom prst="straightConnector1">
            <a:avLst/>
          </a:prstGeom>
          <a:noFill/>
          <a:ln cap="flat" cmpd="sng" w="38100">
            <a:solidFill>
              <a:srgbClr val="FFFFFF"/>
            </a:solidFill>
            <a:prstDash val="solid"/>
            <a:round/>
            <a:headEnd len="med" w="med" type="none"/>
            <a:tailEnd len="med" w="med" type="none"/>
          </a:ln>
        </p:spPr>
      </p:cxnSp>
      <p:grpSp>
        <p:nvGrpSpPr>
          <p:cNvPr id="590" name="Google Shape;590;p75"/>
          <p:cNvGrpSpPr/>
          <p:nvPr/>
        </p:nvGrpSpPr>
        <p:grpSpPr>
          <a:xfrm>
            <a:off x="670275" y="383825"/>
            <a:ext cx="6600000" cy="1324800"/>
            <a:chOff x="693125" y="512875"/>
            <a:chExt cx="3300000" cy="662400"/>
          </a:xfrm>
        </p:grpSpPr>
        <p:sp>
          <p:nvSpPr>
            <p:cNvPr id="591" name="Google Shape;591;p75"/>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592" name="Google Shape;592;p75"/>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Audience Desires</a:t>
              </a:r>
              <a:endParaRPr sz="3600">
                <a:latin typeface="Inter"/>
                <a:ea typeface="Inter"/>
                <a:cs typeface="Inter"/>
                <a:sym typeface="Inter"/>
              </a:endParaRPr>
            </a:p>
          </p:txBody>
        </p:sp>
      </p:grpSp>
      <p:sp>
        <p:nvSpPr>
          <p:cNvPr id="593" name="Google Shape;593;p75"/>
          <p:cNvSpPr/>
          <p:nvPr/>
        </p:nvSpPr>
        <p:spPr>
          <a:xfrm>
            <a:off x="10032388" y="3243775"/>
            <a:ext cx="75606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Verbatims</a:t>
            </a:r>
            <a:endParaRPr sz="2000">
              <a:latin typeface="Inter"/>
              <a:ea typeface="Inter"/>
              <a:cs typeface="Inter"/>
              <a:sym typeface="Inter"/>
            </a:endParaRPr>
          </a:p>
        </p:txBody>
      </p:sp>
      <p:sp>
        <p:nvSpPr>
          <p:cNvPr id="594" name="Google Shape;594;p75"/>
          <p:cNvSpPr/>
          <p:nvPr/>
        </p:nvSpPr>
        <p:spPr>
          <a:xfrm>
            <a:off x="695013" y="3243775"/>
            <a:ext cx="8915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Evidence</a:t>
            </a:r>
            <a:endParaRPr sz="2000">
              <a:latin typeface="Inter"/>
              <a:ea typeface="Inter"/>
              <a:cs typeface="Inter"/>
              <a:sym typeface="Inter"/>
            </a:endParaRPr>
          </a:p>
        </p:txBody>
      </p:sp>
      <p:sp>
        <p:nvSpPr>
          <p:cNvPr id="595" name="Google Shape;595;p75"/>
          <p:cNvSpPr/>
          <p:nvPr/>
        </p:nvSpPr>
        <p:spPr>
          <a:xfrm>
            <a:off x="695025" y="3932025"/>
            <a:ext cx="8915700" cy="2377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Comments erupt with 'VIBES' mantra, binding the community with a common culture.</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High comment volume and sold-out frustrations highlight craving for limited releases.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Posts featuring figures like Charli XCX drive exceptional engagement and resonate deeply.</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Comments seeking Poppi stickers, tote bags, and event invites confirm this need.</a:t>
            </a:r>
            <a:endParaRPr>
              <a:solidFill>
                <a:schemeClr val="dk1"/>
              </a:solidFill>
              <a:latin typeface="Roboto Mono"/>
              <a:ea typeface="Roboto Mono"/>
              <a:cs typeface="Roboto Mono"/>
              <a:sym typeface="Roboto Mono"/>
            </a:endParaRPr>
          </a:p>
        </p:txBody>
      </p:sp>
      <p:sp>
        <p:nvSpPr>
          <p:cNvPr id="596" name="Google Shape;596;p75"/>
          <p:cNvSpPr/>
          <p:nvPr/>
        </p:nvSpPr>
        <p:spPr>
          <a:xfrm>
            <a:off x="695013" y="6425675"/>
            <a:ext cx="8915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Expressions</a:t>
            </a:r>
            <a:endParaRPr sz="2000">
              <a:latin typeface="Inter"/>
              <a:ea typeface="Inter"/>
              <a:cs typeface="Inter"/>
              <a:sym typeface="Inter"/>
            </a:endParaRPr>
          </a:p>
        </p:txBody>
      </p:sp>
      <p:sp>
        <p:nvSpPr>
          <p:cNvPr id="597" name="Google Shape;597;p75"/>
          <p:cNvSpPr/>
          <p:nvPr/>
        </p:nvSpPr>
        <p:spPr>
          <a:xfrm>
            <a:off x="695025" y="7113925"/>
            <a:ext cx="8915700" cy="2377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The relentless echoing of 'VIBES' and celebration of lifestyle moments in comments shows this desire vividly.</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Excitement and urgency dominate conversations around limited packs and special flavor launches.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Enthusiastic, detailed fan commentary and shares around influencer partnerships show this desire.</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The prolific clamoring for limited merch and active social event participation surface this unmet desire.</a:t>
            </a:r>
            <a:endParaRPr>
              <a:solidFill>
                <a:schemeClr val="dk1"/>
              </a:solidFill>
              <a:latin typeface="Roboto Mono"/>
              <a:ea typeface="Roboto Mono"/>
              <a:cs typeface="Roboto Mono"/>
              <a:sym typeface="Roboto Mono"/>
            </a:endParaRPr>
          </a:p>
        </p:txBody>
      </p:sp>
      <p:sp>
        <p:nvSpPr>
          <p:cNvPr id="598" name="Google Shape;598;p75"/>
          <p:cNvSpPr/>
          <p:nvPr/>
        </p:nvSpPr>
        <p:spPr>
          <a:xfrm>
            <a:off x="10032400" y="3974400"/>
            <a:ext cx="7560600" cy="5517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It’s all about the VIBES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POPPI IS THE MOMENT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I got my vibes pack today and IM PUMPED!! Thank you!!!</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Charli Xcx x Poppi?! This is MAJOR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need me some poppi stickers to decorate my laptop 💻 needs a POP of color</a:t>
            </a:r>
            <a:endParaRPr>
              <a:solidFill>
                <a:schemeClr val="dk1"/>
              </a:solidFill>
              <a:latin typeface="Roboto Mono"/>
              <a:ea typeface="Roboto Mono"/>
              <a:cs typeface="Roboto Mono"/>
              <a:sym typeface="Roboto Mono"/>
            </a:endParaRPr>
          </a:p>
        </p:txBody>
      </p:sp>
      <p:sp>
        <p:nvSpPr>
          <p:cNvPr id="599" name="Google Shape;599;p75"/>
          <p:cNvSpPr txBox="1"/>
          <p:nvPr>
            <p:ph idx="4294967295" type="title"/>
          </p:nvPr>
        </p:nvSpPr>
        <p:spPr>
          <a:xfrm>
            <a:off x="839400" y="1947250"/>
            <a:ext cx="16609200" cy="927000"/>
          </a:xfrm>
          <a:prstGeom prst="rect">
            <a:avLst/>
          </a:prstGeom>
        </p:spPr>
        <p:txBody>
          <a:bodyPr anchorCtr="0" anchor="ctr" bIns="91450" lIns="91450" spcFirstLastPara="1" rIns="91450" wrap="square" tIns="91450">
            <a:noAutofit/>
          </a:bodyPr>
          <a:lstStyle/>
          <a:p>
            <a:pPr indent="0" lvl="0" marL="0" rtl="0" algn="ctr">
              <a:spcBef>
                <a:spcPts val="0"/>
              </a:spcBef>
              <a:spcAft>
                <a:spcPts val="0"/>
              </a:spcAft>
              <a:buNone/>
            </a:pPr>
            <a:r>
              <a:rPr b="0" lang="en" sz="1500"/>
              <a:t>Poppi’s audience aspires to a lively vibe culture, driven by limited products, relatable influencers, and tangible brand expressions like giveaways and merch.</a:t>
            </a:r>
            <a:endParaRPr b="0" sz="15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grpSp>
        <p:nvGrpSpPr>
          <p:cNvPr id="604" name="Google Shape;604;p76"/>
          <p:cNvGrpSpPr/>
          <p:nvPr/>
        </p:nvGrpSpPr>
        <p:grpSpPr>
          <a:xfrm>
            <a:off x="670275" y="383825"/>
            <a:ext cx="6600000" cy="1324800"/>
            <a:chOff x="693125" y="512875"/>
            <a:chExt cx="3300000" cy="662400"/>
          </a:xfrm>
        </p:grpSpPr>
        <p:sp>
          <p:nvSpPr>
            <p:cNvPr id="605" name="Google Shape;605;p76"/>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606" name="Google Shape;606;p76"/>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Audience Painpoints</a:t>
              </a:r>
              <a:endParaRPr sz="3600">
                <a:latin typeface="Inter"/>
                <a:ea typeface="Inter"/>
                <a:cs typeface="Inter"/>
                <a:sym typeface="Inter"/>
              </a:endParaRPr>
            </a:p>
          </p:txBody>
        </p:sp>
      </p:grpSp>
      <p:cxnSp>
        <p:nvCxnSpPr>
          <p:cNvPr id="607" name="Google Shape;607;p76"/>
          <p:cNvCxnSpPr/>
          <p:nvPr/>
        </p:nvCxnSpPr>
        <p:spPr>
          <a:xfrm>
            <a:off x="839388" y="2935775"/>
            <a:ext cx="16609200" cy="9000"/>
          </a:xfrm>
          <a:prstGeom prst="straightConnector1">
            <a:avLst/>
          </a:prstGeom>
          <a:noFill/>
          <a:ln cap="flat" cmpd="sng" w="38100">
            <a:solidFill>
              <a:srgbClr val="FFFFFF"/>
            </a:solidFill>
            <a:prstDash val="solid"/>
            <a:round/>
            <a:headEnd len="med" w="med" type="none"/>
            <a:tailEnd len="med" w="med" type="none"/>
          </a:ln>
        </p:spPr>
      </p:cxnSp>
      <p:sp>
        <p:nvSpPr>
          <p:cNvPr id="608" name="Google Shape;608;p76"/>
          <p:cNvSpPr/>
          <p:nvPr/>
        </p:nvSpPr>
        <p:spPr>
          <a:xfrm>
            <a:off x="10032388" y="3243775"/>
            <a:ext cx="75606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Verbatims</a:t>
            </a:r>
            <a:endParaRPr sz="2000">
              <a:latin typeface="Inter"/>
              <a:ea typeface="Inter"/>
              <a:cs typeface="Inter"/>
              <a:sym typeface="Inter"/>
            </a:endParaRPr>
          </a:p>
        </p:txBody>
      </p:sp>
      <p:sp>
        <p:nvSpPr>
          <p:cNvPr id="609" name="Google Shape;609;p76"/>
          <p:cNvSpPr/>
          <p:nvPr/>
        </p:nvSpPr>
        <p:spPr>
          <a:xfrm>
            <a:off x="695013" y="3243775"/>
            <a:ext cx="8915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Evidence</a:t>
            </a:r>
            <a:endParaRPr sz="2000">
              <a:latin typeface="Inter"/>
              <a:ea typeface="Inter"/>
              <a:cs typeface="Inter"/>
              <a:sym typeface="Inter"/>
            </a:endParaRPr>
          </a:p>
        </p:txBody>
      </p:sp>
      <p:sp>
        <p:nvSpPr>
          <p:cNvPr id="610" name="Google Shape;610;p76"/>
          <p:cNvSpPr/>
          <p:nvPr/>
        </p:nvSpPr>
        <p:spPr>
          <a:xfrm>
            <a:off x="695025" y="3932025"/>
            <a:ext cx="8915700" cy="2377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Comments repeatedly highlight lack of Shirley Temple and other flavors on shelves.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Audience expresses strong dislike and confusion over the 'Vibes' can redesign.</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Audience questions the naturalness and healthfulness of Poppi despite marketing claims.</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User comments reveal lack of clarity on formula and flavor line-up alterations.</a:t>
            </a:r>
            <a:endParaRPr>
              <a:solidFill>
                <a:schemeClr val="dk1"/>
              </a:solidFill>
              <a:latin typeface="Roboto Mono"/>
              <a:ea typeface="Roboto Mono"/>
              <a:cs typeface="Roboto Mono"/>
              <a:sym typeface="Roboto Mono"/>
            </a:endParaRPr>
          </a:p>
        </p:txBody>
      </p:sp>
      <p:sp>
        <p:nvSpPr>
          <p:cNvPr id="611" name="Google Shape;611;p76"/>
          <p:cNvSpPr/>
          <p:nvPr/>
        </p:nvSpPr>
        <p:spPr>
          <a:xfrm>
            <a:off x="695013" y="6425675"/>
            <a:ext cx="8915700" cy="5721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2000">
                <a:solidFill>
                  <a:schemeClr val="dk1"/>
                </a:solidFill>
                <a:latin typeface="Roboto Mono"/>
                <a:ea typeface="Roboto Mono"/>
                <a:cs typeface="Roboto Mono"/>
                <a:sym typeface="Roboto Mono"/>
              </a:rPr>
              <a:t>Expressions</a:t>
            </a:r>
            <a:endParaRPr sz="2000">
              <a:latin typeface="Inter"/>
              <a:ea typeface="Inter"/>
              <a:cs typeface="Inter"/>
              <a:sym typeface="Inter"/>
            </a:endParaRPr>
          </a:p>
        </p:txBody>
      </p:sp>
      <p:sp>
        <p:nvSpPr>
          <p:cNvPr id="612" name="Google Shape;612;p76"/>
          <p:cNvSpPr/>
          <p:nvPr/>
        </p:nvSpPr>
        <p:spPr>
          <a:xfrm>
            <a:off x="695025" y="7113925"/>
            <a:ext cx="8915700" cy="2377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Repeated queries and complaints about stock and access frustrate community, signaling high unmet demand.</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Social backlash to new packaging shows the critical role of design in consumer brand attachment.</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Candid criticisms and skepticism about ingredients highlight a trust gap in health messaging.</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Recurring queries and negative sentiment around flavor availability emphasize importance of clear updates.</a:t>
            </a:r>
            <a:endParaRPr>
              <a:solidFill>
                <a:schemeClr val="dk1"/>
              </a:solidFill>
              <a:latin typeface="Roboto Mono"/>
              <a:ea typeface="Roboto Mono"/>
              <a:cs typeface="Roboto Mono"/>
              <a:sym typeface="Roboto Mono"/>
            </a:endParaRPr>
          </a:p>
        </p:txBody>
      </p:sp>
      <p:sp>
        <p:nvSpPr>
          <p:cNvPr id="613" name="Google Shape;613;p76"/>
          <p:cNvSpPr/>
          <p:nvPr/>
        </p:nvSpPr>
        <p:spPr>
          <a:xfrm>
            <a:off x="10032400" y="3974400"/>
            <a:ext cx="7560600" cy="5517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Roboto Mono"/>
                <a:ea typeface="Roboto Mono"/>
                <a:cs typeface="Roboto Mono"/>
                <a:sym typeface="Roboto Mono"/>
              </a:rPr>
              <a:t>ME PLEASE IM BEGGING I CANNOT FIND SHIRLEY TEMPLE ANYWHERE WHERE I LIVE PLEASEEEEEEE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still can’t find the shirley temple anywhere😭🍒❤️</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are we going to be able to actually find the new flavor in store?? still haven't found shirley temple anywhere</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rPr lang="en">
                <a:solidFill>
                  <a:schemeClr val="dk1"/>
                </a:solidFill>
                <a:latin typeface="Roboto Mono"/>
                <a:ea typeface="Roboto Mono"/>
                <a:cs typeface="Roboto Mono"/>
                <a:sym typeface="Roboto Mono"/>
              </a:rPr>
              <a:t>is it the same formula with different packaging?</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0"/>
              </a:spcAft>
              <a:buNone/>
            </a:pPr>
            <a:r>
              <a:t/>
            </a:r>
            <a:endParaRPr>
              <a:solidFill>
                <a:schemeClr val="dk1"/>
              </a:solidFill>
              <a:latin typeface="Roboto Mono"/>
              <a:ea typeface="Roboto Mono"/>
              <a:cs typeface="Roboto Mono"/>
              <a:sym typeface="Roboto Mono"/>
            </a:endParaRPr>
          </a:p>
          <a:p>
            <a:pPr indent="0" lvl="0" marL="0" marR="0" rtl="0" algn="l">
              <a:lnSpc>
                <a:spcPct val="100000"/>
              </a:lnSpc>
              <a:spcBef>
                <a:spcPts val="600"/>
              </a:spcBef>
              <a:spcAft>
                <a:spcPts val="600"/>
              </a:spcAft>
              <a:buNone/>
            </a:pPr>
            <a:r>
              <a:rPr lang="en">
                <a:solidFill>
                  <a:schemeClr val="dk1"/>
                </a:solidFill>
                <a:latin typeface="Roboto Mono"/>
                <a:ea typeface="Roboto Mono"/>
                <a:cs typeface="Roboto Mono"/>
                <a:sym typeface="Roboto Mono"/>
              </a:rPr>
              <a:t>Whoever approved this needs to be fired😭this can is devoid of character. It’s not even prettyyy</a:t>
            </a:r>
            <a:endParaRPr>
              <a:solidFill>
                <a:schemeClr val="dk1"/>
              </a:solidFill>
              <a:latin typeface="Roboto Mono"/>
              <a:ea typeface="Roboto Mono"/>
              <a:cs typeface="Roboto Mono"/>
              <a:sym typeface="Roboto Mono"/>
            </a:endParaRPr>
          </a:p>
        </p:txBody>
      </p:sp>
      <p:sp>
        <p:nvSpPr>
          <p:cNvPr id="614" name="Google Shape;614;p76"/>
          <p:cNvSpPr txBox="1"/>
          <p:nvPr>
            <p:ph idx="4294967295" type="title"/>
          </p:nvPr>
        </p:nvSpPr>
        <p:spPr>
          <a:xfrm>
            <a:off x="839400" y="1947250"/>
            <a:ext cx="16609200" cy="927000"/>
          </a:xfrm>
          <a:prstGeom prst="rect">
            <a:avLst/>
          </a:prstGeom>
        </p:spPr>
        <p:txBody>
          <a:bodyPr anchorCtr="0" anchor="ctr" bIns="91450" lIns="91450" spcFirstLastPara="1" rIns="91450" wrap="square" tIns="91450">
            <a:noAutofit/>
          </a:bodyPr>
          <a:lstStyle/>
          <a:p>
            <a:pPr indent="0" lvl="0" marL="0" rtl="0" algn="ctr">
              <a:spcBef>
                <a:spcPts val="0"/>
              </a:spcBef>
              <a:spcAft>
                <a:spcPts val="0"/>
              </a:spcAft>
              <a:buNone/>
            </a:pPr>
            <a:r>
              <a:rPr b="0" lang="en" sz="1500"/>
              <a:t>Consumers face repeated issues with insufficient product availability, disfavored packaging redesigns, ingredient doubts, and unclear flavor transitions, all dampening enthusiasm and risking loyalty erosion.</a:t>
            </a:r>
            <a:endParaRPr b="0" sz="15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grpSp>
        <p:nvGrpSpPr>
          <p:cNvPr id="619" name="Google Shape;619;p77"/>
          <p:cNvGrpSpPr/>
          <p:nvPr/>
        </p:nvGrpSpPr>
        <p:grpSpPr>
          <a:xfrm>
            <a:off x="646450" y="4481100"/>
            <a:ext cx="8059260" cy="1324800"/>
            <a:chOff x="693125" y="512875"/>
            <a:chExt cx="3300000" cy="662400"/>
          </a:xfrm>
        </p:grpSpPr>
        <p:sp>
          <p:nvSpPr>
            <p:cNvPr id="620" name="Google Shape;620;p77"/>
            <p:cNvSpPr/>
            <p:nvPr/>
          </p:nvSpPr>
          <p:spPr>
            <a:xfrm>
              <a:off x="693125" y="589075"/>
              <a:ext cx="3223800" cy="586200"/>
            </a:xfrm>
            <a:prstGeom prst="roundRect">
              <a:avLst>
                <a:gd fmla="val 16667" name="adj"/>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Inter"/>
                <a:ea typeface="Inter"/>
                <a:cs typeface="Inter"/>
                <a:sym typeface="Inter"/>
              </a:endParaRPr>
            </a:p>
          </p:txBody>
        </p:sp>
        <p:sp>
          <p:nvSpPr>
            <p:cNvPr id="621" name="Google Shape;621;p77"/>
            <p:cNvSpPr/>
            <p:nvPr/>
          </p:nvSpPr>
          <p:spPr>
            <a:xfrm>
              <a:off x="769325" y="512875"/>
              <a:ext cx="3223800" cy="586200"/>
            </a:xfrm>
            <a:prstGeom prst="roundRect">
              <a:avLst>
                <a:gd fmla="val 16667"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rPr b="1" lang="en" sz="3600">
                  <a:solidFill>
                    <a:schemeClr val="dk1"/>
                  </a:solidFill>
                  <a:latin typeface="Roboto Mono"/>
                  <a:ea typeface="Roboto Mono"/>
                  <a:cs typeface="Roboto Mono"/>
                  <a:sym typeface="Roboto Mono"/>
                </a:rPr>
                <a:t>Thanks!</a:t>
              </a:r>
              <a:endParaRPr sz="3600">
                <a:latin typeface="Inter"/>
                <a:ea typeface="Inter"/>
                <a:cs typeface="Inter"/>
                <a:sym typeface="Inter"/>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roduct / Service Offering Overview #2">
  <a:themeElements>
    <a:clrScheme name="Simple Light">
      <a:dk1>
        <a:srgbClr val="000000"/>
      </a:dk1>
      <a:lt1>
        <a:srgbClr val="E2DFD2"/>
      </a:lt1>
      <a:dk2>
        <a:srgbClr val="FFFCE9"/>
      </a:dk2>
      <a:lt2>
        <a:srgbClr val="C9C3A7"/>
      </a:lt2>
      <a:accent1>
        <a:srgbClr val="FFEDCF"/>
      </a:accent1>
      <a:accent2>
        <a:srgbClr val="595959"/>
      </a:accent2>
      <a:accent3>
        <a:srgbClr val="D56F3E"/>
      </a:accent3>
      <a:accent4>
        <a:srgbClr val="FF7D00"/>
      </a:accent4>
      <a:accent5>
        <a:srgbClr val="78290F"/>
      </a:accent5>
      <a:accent6>
        <a:srgbClr val="D05353"/>
      </a:accent6>
      <a:hlink>
        <a:srgbClr val="DF29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