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10287000" cx="18288000"/>
  <p:notesSz cx="6858000" cy="9144000"/>
  <p:embeddedFontLst>
    <p:embeddedFont>
      <p:font typeface="Roboto Mono SemiBold"/>
      <p:regular r:id="rId29"/>
      <p:bold r:id="rId30"/>
      <p:italic r:id="rId31"/>
      <p:boldItalic r:id="rId32"/>
    </p:embeddedFont>
    <p:embeddedFont>
      <p:font typeface="Roboto Mono Medium"/>
      <p:regular r:id="rId33"/>
      <p:bold r:id="rId34"/>
      <p:italic r:id="rId35"/>
      <p:boldItalic r:id="rId36"/>
    </p:embeddedFont>
    <p:embeddedFont>
      <p:font typeface="Inter"/>
      <p:regular r:id="rId37"/>
      <p:bold r:id="rId38"/>
      <p:italic r:id="rId39"/>
      <p:boldItalic r:id="rId40"/>
    </p:embeddedFont>
    <p:embeddedFont>
      <p:font typeface="Roboto Mono"/>
      <p:regular r:id="rId41"/>
      <p:bold r:id="rId42"/>
      <p:italic r:id="rId43"/>
      <p:boldItalic r:id="rId44"/>
    </p:embeddedFont>
    <p:embeddedFont>
      <p:font typeface="Inter Medium"/>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C887C3-77AA-4E90-BE72-6C8784FCAB83}">
  <a:tblStyle styleId="{28C887C3-77AA-4E90-BE72-6C8784FCAB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3.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5.xml"/><Relationship Id="rId44" Type="http://schemas.openxmlformats.org/officeDocument/2006/relationships/font" Target="fonts/RobotoMono-boldItalic.fntdata"/><Relationship Id="rId21" Type="http://schemas.openxmlformats.org/officeDocument/2006/relationships/slide" Target="slides/slide14.xml"/><Relationship Id="rId43" Type="http://schemas.openxmlformats.org/officeDocument/2006/relationships/font" Target="fonts/RobotoMono-italic.fntdata"/><Relationship Id="rId24" Type="http://schemas.openxmlformats.org/officeDocument/2006/relationships/slide" Target="slides/slide17.xml"/><Relationship Id="rId46" Type="http://schemas.openxmlformats.org/officeDocument/2006/relationships/font" Target="fonts/InterMedium-bold.fntdata"/><Relationship Id="rId23" Type="http://schemas.openxmlformats.org/officeDocument/2006/relationships/slide" Target="slides/slide16.xml"/><Relationship Id="rId45" Type="http://schemas.openxmlformats.org/officeDocument/2006/relationships/font" Target="fonts/InterMedium-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font" Target="fonts/InterMedium-boldItalic.fntdata"/><Relationship Id="rId25" Type="http://schemas.openxmlformats.org/officeDocument/2006/relationships/slide" Target="slides/slide18.xml"/><Relationship Id="rId47" Type="http://schemas.openxmlformats.org/officeDocument/2006/relationships/font" Target="fonts/InterMedium-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MonoSemiBold-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MonoSemiBold-italic.fntdata"/><Relationship Id="rId30" Type="http://schemas.openxmlformats.org/officeDocument/2006/relationships/font" Target="fonts/RobotoMonoSemiBold-bold.fntdata"/><Relationship Id="rId11" Type="http://schemas.openxmlformats.org/officeDocument/2006/relationships/slide" Target="slides/slide4.xml"/><Relationship Id="rId33" Type="http://schemas.openxmlformats.org/officeDocument/2006/relationships/font" Target="fonts/RobotoMonoMedium-regular.fntdata"/><Relationship Id="rId10" Type="http://schemas.openxmlformats.org/officeDocument/2006/relationships/slide" Target="slides/slide3.xml"/><Relationship Id="rId32" Type="http://schemas.openxmlformats.org/officeDocument/2006/relationships/font" Target="fonts/RobotoMonoSemiBold-boldItalic.fntdata"/><Relationship Id="rId13" Type="http://schemas.openxmlformats.org/officeDocument/2006/relationships/slide" Target="slides/slide6.xml"/><Relationship Id="rId35" Type="http://schemas.openxmlformats.org/officeDocument/2006/relationships/font" Target="fonts/RobotoMonoMedium-italic.fntdata"/><Relationship Id="rId12" Type="http://schemas.openxmlformats.org/officeDocument/2006/relationships/slide" Target="slides/slide5.xml"/><Relationship Id="rId34" Type="http://schemas.openxmlformats.org/officeDocument/2006/relationships/font" Target="fonts/RobotoMonoMedium-bold.fntdata"/><Relationship Id="rId15" Type="http://schemas.openxmlformats.org/officeDocument/2006/relationships/slide" Target="slides/slide8.xml"/><Relationship Id="rId37" Type="http://schemas.openxmlformats.org/officeDocument/2006/relationships/font" Target="fonts/Inter-regular.fntdata"/><Relationship Id="rId14" Type="http://schemas.openxmlformats.org/officeDocument/2006/relationships/slide" Target="slides/slide7.xml"/><Relationship Id="rId36" Type="http://schemas.openxmlformats.org/officeDocument/2006/relationships/font" Target="fonts/RobotoMonoMedium-boldItalic.fntdata"/><Relationship Id="rId17" Type="http://schemas.openxmlformats.org/officeDocument/2006/relationships/slide" Target="slides/slide10.xml"/><Relationship Id="rId39" Type="http://schemas.openxmlformats.org/officeDocument/2006/relationships/font" Target="fonts/Inter-italic.fntdata"/><Relationship Id="rId16" Type="http://schemas.openxmlformats.org/officeDocument/2006/relationships/slide" Target="slides/slide9.xml"/><Relationship Id="rId38" Type="http://schemas.openxmlformats.org/officeDocument/2006/relationships/font" Target="fonts/Inter-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4d35e91e76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4d35e91e76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title_page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4d35e91e76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4d35e91e76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how_to_use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d35e91e7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d35e91e7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audience_analysis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1f267d1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51f267d1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how_to_win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6c14ddc31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6c14ddc31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future_sponsorships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4d35e91e76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4d35e91e76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engagement_analysis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d42abb3c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d42abb3c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creator_snapshot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3cf8761c6a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3cf8761c6a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creator_summary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6c319e7f4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6c319e7f4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post_summary_statistics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6c319e7f48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6c319e7f48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all_summary_statistics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6c319e7f4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6c319e7f4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posting_analysis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6c319e7f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6c319e7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most_liked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6c319e7f48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6c319e7f48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most_comment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c319e7f4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c319e7f4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most_engagement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6c14ddc31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6c14ddc31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4d35e91e76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4d35e91e76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4d35e91e76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4d35e91e76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audience_need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4d35e91e76_0_2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4d35e91e76_0_2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audience_objection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d35e91e76_0_2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d35e91e76_0_2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audience_desire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4d35e91e76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4d35e91e76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audience_painpoint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4d35e91e76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4d35e91e76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55" name="Shape 55"/>
        <p:cNvGrpSpPr/>
        <p:nvPr/>
      </p:nvGrpSpPr>
      <p:grpSpPr>
        <a:xfrm>
          <a:off x="0" y="0"/>
          <a:ext cx="0" cy="0"/>
          <a:chOff x="0" y="0"/>
          <a:chExt cx="0" cy="0"/>
        </a:xfrm>
      </p:grpSpPr>
      <p:sp>
        <p:nvSpPr>
          <p:cNvPr id="56" name="Google Shape;56;p14"/>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57" name="Google Shape;57;p14"/>
          <p:cNvSpPr/>
          <p:nvPr>
            <p:ph idx="3" type="pic"/>
          </p:nvPr>
        </p:nvSpPr>
        <p:spPr>
          <a:xfrm>
            <a:off x="453050" y="5951500"/>
            <a:ext cx="8917800" cy="3882600"/>
          </a:xfrm>
          <a:prstGeom prst="rect">
            <a:avLst/>
          </a:prstGeom>
          <a:noFill/>
          <a:ln>
            <a:noFill/>
          </a:ln>
        </p:spPr>
      </p:sp>
      <p:sp>
        <p:nvSpPr>
          <p:cNvPr id="58" name="Google Shape;58;p1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 name="Google Shape;60;p14"/>
          <p:cNvSpPr txBox="1"/>
          <p:nvPr>
            <p:ph idx="4" type="title"/>
          </p:nvPr>
        </p:nvSpPr>
        <p:spPr>
          <a:xfrm>
            <a:off x="6076250"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61" name="Shape 61"/>
        <p:cNvGrpSpPr/>
        <p:nvPr/>
      </p:nvGrpSpPr>
      <p:grpSpPr>
        <a:xfrm>
          <a:off x="0" y="0"/>
          <a:ext cx="0" cy="0"/>
          <a:chOff x="0" y="0"/>
          <a:chExt cx="0" cy="0"/>
        </a:xfrm>
      </p:grpSpPr>
      <p:sp>
        <p:nvSpPr>
          <p:cNvPr id="62" name="Google Shape;62;p15"/>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63" name="Google Shape;63;p1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5"/>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5" name="Google Shape;65;p15"/>
          <p:cNvSpPr txBox="1"/>
          <p:nvPr>
            <p:ph idx="3" type="title"/>
          </p:nvPr>
        </p:nvSpPr>
        <p:spPr>
          <a:xfrm>
            <a:off x="6076250"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66" name="Google Shape;66;p15"/>
          <p:cNvSpPr txBox="1"/>
          <p:nvPr>
            <p:ph idx="4"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7" name="Google Shape;67;p15"/>
          <p:cNvSpPr txBox="1"/>
          <p:nvPr>
            <p:ph idx="1" type="body"/>
          </p:nvPr>
        </p:nvSpPr>
        <p:spPr>
          <a:xfrm>
            <a:off x="533400" y="8198050"/>
            <a:ext cx="8917800" cy="1695000"/>
          </a:xfrm>
          <a:prstGeom prst="rect">
            <a:avLst/>
          </a:prstGeom>
        </p:spPr>
        <p:txBody>
          <a:bodyPr anchorCtr="0" anchor="b" bIns="182850" lIns="182850" spcFirstLastPara="1" rIns="182850" wrap="square" tIns="182850">
            <a:noAutofit/>
          </a:bodyPr>
          <a:lstStyle>
            <a:lvl1pPr indent="-431800" lvl="0" marL="457200">
              <a:lnSpc>
                <a:spcPct val="90000"/>
              </a:lnSpc>
              <a:spcBef>
                <a:spcPts val="0"/>
              </a:spcBef>
              <a:spcAft>
                <a:spcPts val="0"/>
              </a:spcAft>
              <a:buSzPts val="3200"/>
              <a:buChar char="●"/>
              <a:defRPr sz="3200"/>
            </a:lvl1pPr>
            <a:lvl2pPr indent="-431800" lvl="1" marL="914400">
              <a:lnSpc>
                <a:spcPct val="90000"/>
              </a:lnSpc>
              <a:spcBef>
                <a:spcPts val="0"/>
              </a:spcBef>
              <a:spcAft>
                <a:spcPts val="0"/>
              </a:spcAft>
              <a:buSzPts val="3200"/>
              <a:buChar char="○"/>
              <a:defRPr sz="3200"/>
            </a:lvl2pPr>
            <a:lvl3pPr indent="-431800" lvl="2" marL="1371600">
              <a:lnSpc>
                <a:spcPct val="90000"/>
              </a:lnSpc>
              <a:spcBef>
                <a:spcPts val="0"/>
              </a:spcBef>
              <a:spcAft>
                <a:spcPts val="0"/>
              </a:spcAft>
              <a:buSzPts val="3200"/>
              <a:buChar char="■"/>
              <a:defRPr sz="3200"/>
            </a:lvl3pPr>
            <a:lvl4pPr indent="-431800" lvl="3" marL="1828800">
              <a:lnSpc>
                <a:spcPct val="90000"/>
              </a:lnSpc>
              <a:spcBef>
                <a:spcPts val="0"/>
              </a:spcBef>
              <a:spcAft>
                <a:spcPts val="0"/>
              </a:spcAft>
              <a:buSzPts val="3200"/>
              <a:buChar char="●"/>
              <a:defRPr sz="3200"/>
            </a:lvl4pPr>
            <a:lvl5pPr indent="-431800" lvl="4" marL="2286000">
              <a:lnSpc>
                <a:spcPct val="90000"/>
              </a:lnSpc>
              <a:spcBef>
                <a:spcPts val="0"/>
              </a:spcBef>
              <a:spcAft>
                <a:spcPts val="0"/>
              </a:spcAft>
              <a:buSzPts val="3200"/>
              <a:buChar char="○"/>
              <a:defRPr sz="3200"/>
            </a:lvl5pPr>
            <a:lvl6pPr indent="-431800" lvl="5" marL="2743200">
              <a:lnSpc>
                <a:spcPct val="90000"/>
              </a:lnSpc>
              <a:spcBef>
                <a:spcPts val="0"/>
              </a:spcBef>
              <a:spcAft>
                <a:spcPts val="0"/>
              </a:spcAft>
              <a:buSzPts val="3200"/>
              <a:buChar char="■"/>
              <a:defRPr sz="3200"/>
            </a:lvl6pPr>
            <a:lvl7pPr indent="-431800" lvl="6" marL="3200400">
              <a:lnSpc>
                <a:spcPct val="90000"/>
              </a:lnSpc>
              <a:spcBef>
                <a:spcPts val="0"/>
              </a:spcBef>
              <a:spcAft>
                <a:spcPts val="0"/>
              </a:spcAft>
              <a:buSzPts val="3200"/>
              <a:buChar char="●"/>
              <a:defRPr sz="3200"/>
            </a:lvl7pPr>
            <a:lvl8pPr indent="-431800" lvl="7" marL="3657600">
              <a:lnSpc>
                <a:spcPct val="90000"/>
              </a:lnSpc>
              <a:spcBef>
                <a:spcPts val="0"/>
              </a:spcBef>
              <a:spcAft>
                <a:spcPts val="0"/>
              </a:spcAft>
              <a:buSzPts val="3200"/>
              <a:buChar char="○"/>
              <a:defRPr sz="3200"/>
            </a:lvl8pPr>
            <a:lvl9pPr indent="-431800" lvl="8" marL="4114800">
              <a:lnSpc>
                <a:spcPct val="90000"/>
              </a:lnSpc>
              <a:spcBef>
                <a:spcPts val="0"/>
              </a:spcBef>
              <a:spcAft>
                <a:spcPts val="0"/>
              </a:spcAft>
              <a:buSzPts val="3200"/>
              <a:buChar char="■"/>
              <a:defRPr sz="3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68" name="Shape 68"/>
        <p:cNvGrpSpPr/>
        <p:nvPr/>
      </p:nvGrpSpPr>
      <p:grpSpPr>
        <a:xfrm>
          <a:off x="0" y="0"/>
          <a:ext cx="0" cy="0"/>
          <a:chOff x="0" y="0"/>
          <a:chExt cx="0" cy="0"/>
        </a:xfrm>
      </p:grpSpPr>
      <p:sp>
        <p:nvSpPr>
          <p:cNvPr id="69" name="Google Shape;69;p16"/>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70" name="Google Shape;70;p1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ph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72" name="Shape 72"/>
        <p:cNvGrpSpPr/>
        <p:nvPr/>
      </p:nvGrpSpPr>
      <p:grpSpPr>
        <a:xfrm>
          <a:off x="0" y="0"/>
          <a:ext cx="0" cy="0"/>
          <a:chOff x="0" y="0"/>
          <a:chExt cx="0" cy="0"/>
        </a:xfrm>
      </p:grpSpPr>
      <p:sp>
        <p:nvSpPr>
          <p:cNvPr id="73" name="Google Shape;73;p1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ph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5" name="Google Shape;75;p17"/>
          <p:cNvSpPr txBox="1"/>
          <p:nvPr>
            <p:ph idx="1" type="body"/>
          </p:nvPr>
        </p:nvSpPr>
        <p:spPr>
          <a:xfrm>
            <a:off x="453050" y="5715250"/>
            <a:ext cx="8917800" cy="4177800"/>
          </a:xfrm>
          <a:prstGeom prst="rect">
            <a:avLst/>
          </a:prstGeom>
        </p:spPr>
        <p:txBody>
          <a:bodyPr anchorCtr="0" anchor="b" bIns="182850" lIns="182850" spcFirstLastPara="1" rIns="182850" wrap="square" tIns="182850">
            <a:noAutofit/>
          </a:bodyPr>
          <a:lstStyle>
            <a:lvl1pPr indent="-431800" lvl="0" marL="457200">
              <a:lnSpc>
                <a:spcPct val="90000"/>
              </a:lnSpc>
              <a:spcBef>
                <a:spcPts val="0"/>
              </a:spcBef>
              <a:spcAft>
                <a:spcPts val="0"/>
              </a:spcAft>
              <a:buSzPts val="3200"/>
              <a:buChar char="●"/>
              <a:defRPr sz="3200"/>
            </a:lvl1pPr>
            <a:lvl2pPr indent="-431800" lvl="1" marL="914400">
              <a:lnSpc>
                <a:spcPct val="90000"/>
              </a:lnSpc>
              <a:spcBef>
                <a:spcPts val="0"/>
              </a:spcBef>
              <a:spcAft>
                <a:spcPts val="0"/>
              </a:spcAft>
              <a:buSzPts val="3200"/>
              <a:buChar char="○"/>
              <a:defRPr sz="3200"/>
            </a:lvl2pPr>
            <a:lvl3pPr indent="-431800" lvl="2" marL="1371600">
              <a:lnSpc>
                <a:spcPct val="90000"/>
              </a:lnSpc>
              <a:spcBef>
                <a:spcPts val="0"/>
              </a:spcBef>
              <a:spcAft>
                <a:spcPts val="0"/>
              </a:spcAft>
              <a:buSzPts val="3200"/>
              <a:buChar char="■"/>
              <a:defRPr sz="3200"/>
            </a:lvl3pPr>
            <a:lvl4pPr indent="-431800" lvl="3" marL="1828800">
              <a:lnSpc>
                <a:spcPct val="90000"/>
              </a:lnSpc>
              <a:spcBef>
                <a:spcPts val="0"/>
              </a:spcBef>
              <a:spcAft>
                <a:spcPts val="0"/>
              </a:spcAft>
              <a:buSzPts val="3200"/>
              <a:buChar char="●"/>
              <a:defRPr sz="3200"/>
            </a:lvl4pPr>
            <a:lvl5pPr indent="-431800" lvl="4" marL="2286000">
              <a:lnSpc>
                <a:spcPct val="90000"/>
              </a:lnSpc>
              <a:spcBef>
                <a:spcPts val="0"/>
              </a:spcBef>
              <a:spcAft>
                <a:spcPts val="0"/>
              </a:spcAft>
              <a:buSzPts val="3200"/>
              <a:buChar char="○"/>
              <a:defRPr sz="3200"/>
            </a:lvl5pPr>
            <a:lvl6pPr indent="-431800" lvl="5" marL="2743200">
              <a:lnSpc>
                <a:spcPct val="90000"/>
              </a:lnSpc>
              <a:spcBef>
                <a:spcPts val="0"/>
              </a:spcBef>
              <a:spcAft>
                <a:spcPts val="0"/>
              </a:spcAft>
              <a:buSzPts val="3200"/>
              <a:buChar char="■"/>
              <a:defRPr sz="3200"/>
            </a:lvl6pPr>
            <a:lvl7pPr indent="-431800" lvl="6" marL="3200400">
              <a:lnSpc>
                <a:spcPct val="90000"/>
              </a:lnSpc>
              <a:spcBef>
                <a:spcPts val="0"/>
              </a:spcBef>
              <a:spcAft>
                <a:spcPts val="0"/>
              </a:spcAft>
              <a:buSzPts val="3200"/>
              <a:buChar char="●"/>
              <a:defRPr sz="3200"/>
            </a:lvl7pPr>
            <a:lvl8pPr indent="-431800" lvl="7" marL="3657600">
              <a:lnSpc>
                <a:spcPct val="90000"/>
              </a:lnSpc>
              <a:spcBef>
                <a:spcPts val="0"/>
              </a:spcBef>
              <a:spcAft>
                <a:spcPts val="0"/>
              </a:spcAft>
              <a:buSzPts val="3200"/>
              <a:buChar char="○"/>
              <a:defRPr sz="3200"/>
            </a:lvl8pPr>
            <a:lvl9pPr indent="-431800" lvl="8" marL="4114800">
              <a:lnSpc>
                <a:spcPct val="90000"/>
              </a:lnSpc>
              <a:spcBef>
                <a:spcPts val="0"/>
              </a:spcBef>
              <a:spcAft>
                <a:spcPts val="0"/>
              </a:spcAft>
              <a:buSzPts val="3200"/>
              <a:buChar char="■"/>
              <a:defRPr sz="3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76" name="Shape 76"/>
        <p:cNvGrpSpPr/>
        <p:nvPr/>
      </p:nvGrpSpPr>
      <p:grpSpPr>
        <a:xfrm>
          <a:off x="0" y="0"/>
          <a:ext cx="0" cy="0"/>
          <a:chOff x="0" y="0"/>
          <a:chExt cx="0" cy="0"/>
        </a:xfrm>
      </p:grpSpPr>
      <p:sp>
        <p:nvSpPr>
          <p:cNvPr id="77" name="Google Shape;77;p1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8"/>
          <p:cNvSpPr txBox="1"/>
          <p:nvPr>
            <p:ph idx="1" type="body"/>
          </p:nvPr>
        </p:nvSpPr>
        <p:spPr>
          <a:xfrm>
            <a:off x="12651820" y="5242207"/>
            <a:ext cx="5225400" cy="4402200"/>
          </a:xfrm>
          <a:prstGeom prst="rect">
            <a:avLst/>
          </a:prstGeom>
        </p:spPr>
        <p:txBody>
          <a:bodyPr anchorCtr="0" anchor="ctr" bIns="182850" lIns="182850" spcFirstLastPara="1" rIns="182850" wrap="square" tIns="182850">
            <a:noAutofit/>
          </a:bodyPr>
          <a:lstStyle>
            <a:lvl1pPr indent="-431800" lvl="0" marL="457200" algn="r">
              <a:spcBef>
                <a:spcPts val="0"/>
              </a:spcBef>
              <a:spcAft>
                <a:spcPts val="0"/>
              </a:spcAft>
              <a:buSzPts val="3200"/>
              <a:buFont typeface="Inter Medium"/>
              <a:buChar char="●"/>
              <a:defRPr sz="3200">
                <a:latin typeface="Inter Medium"/>
                <a:ea typeface="Inter Medium"/>
                <a:cs typeface="Inter Medium"/>
                <a:sym typeface="Inter Medium"/>
              </a:defRPr>
            </a:lvl1pPr>
            <a:lvl2pPr indent="-431800" lvl="1" marL="914400" algn="r">
              <a:spcBef>
                <a:spcPts val="0"/>
              </a:spcBef>
              <a:spcAft>
                <a:spcPts val="0"/>
              </a:spcAft>
              <a:buSzPts val="3200"/>
              <a:buFont typeface="Inter Medium"/>
              <a:buChar char="○"/>
              <a:defRPr sz="3200">
                <a:latin typeface="Inter Medium"/>
                <a:ea typeface="Inter Medium"/>
                <a:cs typeface="Inter Medium"/>
                <a:sym typeface="Inter Medium"/>
              </a:defRPr>
            </a:lvl2pPr>
            <a:lvl3pPr indent="-431800" lvl="2" marL="1371600" algn="r">
              <a:spcBef>
                <a:spcPts val="0"/>
              </a:spcBef>
              <a:spcAft>
                <a:spcPts val="0"/>
              </a:spcAft>
              <a:buSzPts val="3200"/>
              <a:buFont typeface="Inter Medium"/>
              <a:buChar char="■"/>
              <a:defRPr sz="3200">
                <a:latin typeface="Inter Medium"/>
                <a:ea typeface="Inter Medium"/>
                <a:cs typeface="Inter Medium"/>
                <a:sym typeface="Inter Medium"/>
              </a:defRPr>
            </a:lvl3pPr>
            <a:lvl4pPr indent="-431800" lvl="3" marL="1828800" algn="r">
              <a:spcBef>
                <a:spcPts val="0"/>
              </a:spcBef>
              <a:spcAft>
                <a:spcPts val="0"/>
              </a:spcAft>
              <a:buSzPts val="3200"/>
              <a:buFont typeface="Inter Medium"/>
              <a:buChar char="●"/>
              <a:defRPr sz="3200">
                <a:latin typeface="Inter Medium"/>
                <a:ea typeface="Inter Medium"/>
                <a:cs typeface="Inter Medium"/>
                <a:sym typeface="Inter Medium"/>
              </a:defRPr>
            </a:lvl4pPr>
            <a:lvl5pPr indent="-431800" lvl="4" marL="2286000" algn="r">
              <a:spcBef>
                <a:spcPts val="0"/>
              </a:spcBef>
              <a:spcAft>
                <a:spcPts val="0"/>
              </a:spcAft>
              <a:buSzPts val="3200"/>
              <a:buFont typeface="Inter Medium"/>
              <a:buChar char="○"/>
              <a:defRPr sz="3200">
                <a:latin typeface="Inter Medium"/>
                <a:ea typeface="Inter Medium"/>
                <a:cs typeface="Inter Medium"/>
                <a:sym typeface="Inter Medium"/>
              </a:defRPr>
            </a:lvl5pPr>
            <a:lvl6pPr indent="-431800" lvl="5" marL="2743200" algn="r">
              <a:spcBef>
                <a:spcPts val="0"/>
              </a:spcBef>
              <a:spcAft>
                <a:spcPts val="0"/>
              </a:spcAft>
              <a:buSzPts val="3200"/>
              <a:buFont typeface="Inter Medium"/>
              <a:buChar char="■"/>
              <a:defRPr sz="3200">
                <a:latin typeface="Inter Medium"/>
                <a:ea typeface="Inter Medium"/>
                <a:cs typeface="Inter Medium"/>
                <a:sym typeface="Inter Medium"/>
              </a:defRPr>
            </a:lvl6pPr>
            <a:lvl7pPr indent="-431800" lvl="6" marL="3200400" algn="r">
              <a:spcBef>
                <a:spcPts val="0"/>
              </a:spcBef>
              <a:spcAft>
                <a:spcPts val="0"/>
              </a:spcAft>
              <a:buSzPts val="3200"/>
              <a:buFont typeface="Inter Medium"/>
              <a:buChar char="●"/>
              <a:defRPr sz="3200">
                <a:latin typeface="Inter Medium"/>
                <a:ea typeface="Inter Medium"/>
                <a:cs typeface="Inter Medium"/>
                <a:sym typeface="Inter Medium"/>
              </a:defRPr>
            </a:lvl7pPr>
            <a:lvl8pPr indent="-431800" lvl="7" marL="3657600" algn="r">
              <a:spcBef>
                <a:spcPts val="0"/>
              </a:spcBef>
              <a:spcAft>
                <a:spcPts val="0"/>
              </a:spcAft>
              <a:buSzPts val="3200"/>
              <a:buFont typeface="Inter Medium"/>
              <a:buChar char="○"/>
              <a:defRPr sz="3200">
                <a:latin typeface="Inter Medium"/>
                <a:ea typeface="Inter Medium"/>
                <a:cs typeface="Inter Medium"/>
                <a:sym typeface="Inter Medium"/>
              </a:defRPr>
            </a:lvl8pPr>
            <a:lvl9pPr indent="-431800" lvl="8" marL="4114800" algn="r">
              <a:spcBef>
                <a:spcPts val="0"/>
              </a:spcBef>
              <a:spcAft>
                <a:spcPts val="0"/>
              </a:spcAft>
              <a:buSzPts val="3200"/>
              <a:buFont typeface="Inter Medium"/>
              <a:buChar char="■"/>
              <a:defRPr sz="3200">
                <a:latin typeface="Inter Medium"/>
                <a:ea typeface="Inter Medium"/>
                <a:cs typeface="Inter Medium"/>
                <a:sym typeface="Inter Medium"/>
              </a:defRPr>
            </a:lvl9pPr>
          </a:lstStyle>
          <a:p/>
        </p:txBody>
      </p:sp>
      <p:sp>
        <p:nvSpPr>
          <p:cNvPr id="79" name="Google Shape;79;p18"/>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0" name="Google Shape;80;p18"/>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81" name="Google Shape;81;p18"/>
          <p:cNvSpPr txBox="1"/>
          <p:nvPr>
            <p:ph idx="3" type="body"/>
          </p:nvPr>
        </p:nvSpPr>
        <p:spPr>
          <a:xfrm>
            <a:off x="453050" y="5242207"/>
            <a:ext cx="673200" cy="4402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Font typeface="Inter Medium"/>
              <a:buChar char="●"/>
              <a:defRPr sz="3200">
                <a:latin typeface="Inter Medium"/>
                <a:ea typeface="Inter Medium"/>
                <a:cs typeface="Inter Medium"/>
                <a:sym typeface="Inter Medium"/>
              </a:defRPr>
            </a:lvl1pPr>
            <a:lvl2pPr indent="-431800" lvl="1" marL="914400">
              <a:spcBef>
                <a:spcPts val="0"/>
              </a:spcBef>
              <a:spcAft>
                <a:spcPts val="0"/>
              </a:spcAft>
              <a:buSzPts val="3200"/>
              <a:buFont typeface="Inter Medium"/>
              <a:buChar char="○"/>
              <a:defRPr sz="3200">
                <a:latin typeface="Inter Medium"/>
                <a:ea typeface="Inter Medium"/>
                <a:cs typeface="Inter Medium"/>
                <a:sym typeface="Inter Medium"/>
              </a:defRPr>
            </a:lvl2pPr>
            <a:lvl3pPr indent="-431800" lvl="2" marL="1371600">
              <a:spcBef>
                <a:spcPts val="0"/>
              </a:spcBef>
              <a:spcAft>
                <a:spcPts val="0"/>
              </a:spcAft>
              <a:buSzPts val="3200"/>
              <a:buFont typeface="Inter Medium"/>
              <a:buChar char="■"/>
              <a:defRPr sz="3200">
                <a:latin typeface="Inter Medium"/>
                <a:ea typeface="Inter Medium"/>
                <a:cs typeface="Inter Medium"/>
                <a:sym typeface="Inter Medium"/>
              </a:defRPr>
            </a:lvl3pPr>
            <a:lvl4pPr indent="-431800" lvl="3" marL="1828800">
              <a:spcBef>
                <a:spcPts val="0"/>
              </a:spcBef>
              <a:spcAft>
                <a:spcPts val="0"/>
              </a:spcAft>
              <a:buSzPts val="3200"/>
              <a:buFont typeface="Inter Medium"/>
              <a:buChar char="●"/>
              <a:defRPr sz="3200">
                <a:latin typeface="Inter Medium"/>
                <a:ea typeface="Inter Medium"/>
                <a:cs typeface="Inter Medium"/>
                <a:sym typeface="Inter Medium"/>
              </a:defRPr>
            </a:lvl4pPr>
            <a:lvl5pPr indent="-431800" lvl="4" marL="2286000">
              <a:spcBef>
                <a:spcPts val="0"/>
              </a:spcBef>
              <a:spcAft>
                <a:spcPts val="0"/>
              </a:spcAft>
              <a:buSzPts val="3200"/>
              <a:buFont typeface="Inter Medium"/>
              <a:buChar char="○"/>
              <a:defRPr sz="3200">
                <a:latin typeface="Inter Medium"/>
                <a:ea typeface="Inter Medium"/>
                <a:cs typeface="Inter Medium"/>
                <a:sym typeface="Inter Medium"/>
              </a:defRPr>
            </a:lvl5pPr>
            <a:lvl6pPr indent="-431800" lvl="5" marL="2743200">
              <a:spcBef>
                <a:spcPts val="0"/>
              </a:spcBef>
              <a:spcAft>
                <a:spcPts val="0"/>
              </a:spcAft>
              <a:buSzPts val="3200"/>
              <a:buFont typeface="Inter Medium"/>
              <a:buChar char="■"/>
              <a:defRPr sz="3200">
                <a:latin typeface="Inter Medium"/>
                <a:ea typeface="Inter Medium"/>
                <a:cs typeface="Inter Medium"/>
                <a:sym typeface="Inter Medium"/>
              </a:defRPr>
            </a:lvl6pPr>
            <a:lvl7pPr indent="-431800" lvl="6" marL="3200400">
              <a:spcBef>
                <a:spcPts val="0"/>
              </a:spcBef>
              <a:spcAft>
                <a:spcPts val="0"/>
              </a:spcAft>
              <a:buSzPts val="3200"/>
              <a:buFont typeface="Inter Medium"/>
              <a:buChar char="●"/>
              <a:defRPr sz="3200">
                <a:latin typeface="Inter Medium"/>
                <a:ea typeface="Inter Medium"/>
                <a:cs typeface="Inter Medium"/>
                <a:sym typeface="Inter Medium"/>
              </a:defRPr>
            </a:lvl7pPr>
            <a:lvl8pPr indent="-431800" lvl="7" marL="3657600">
              <a:spcBef>
                <a:spcPts val="0"/>
              </a:spcBef>
              <a:spcAft>
                <a:spcPts val="0"/>
              </a:spcAft>
              <a:buSzPts val="3200"/>
              <a:buFont typeface="Inter Medium"/>
              <a:buChar char="○"/>
              <a:defRPr sz="3200">
                <a:latin typeface="Inter Medium"/>
                <a:ea typeface="Inter Medium"/>
                <a:cs typeface="Inter Medium"/>
                <a:sym typeface="Inter Medium"/>
              </a:defRPr>
            </a:lvl8pPr>
            <a:lvl9pPr indent="-431800" lvl="8" marL="4114800">
              <a:spcBef>
                <a:spcPts val="0"/>
              </a:spcBef>
              <a:spcAft>
                <a:spcPts val="0"/>
              </a:spcAft>
              <a:buSzPts val="3200"/>
              <a:buFont typeface="Inter Medium"/>
              <a:buChar char="■"/>
              <a:defRPr sz="3200">
                <a:latin typeface="Inter Medium"/>
                <a:ea typeface="Inter Medium"/>
                <a:cs typeface="Inter Medium"/>
                <a:sym typeface="Inter Medium"/>
              </a:defRPr>
            </a:lvl9pPr>
          </a:lstStyle>
          <a:p/>
        </p:txBody>
      </p:sp>
      <p:sp>
        <p:nvSpPr>
          <p:cNvPr id="82" name="Google Shape;82;p18"/>
          <p:cNvSpPr txBox="1"/>
          <p:nvPr>
            <p:ph idx="4" type="title"/>
          </p:nvPr>
        </p:nvSpPr>
        <p:spPr>
          <a:xfrm>
            <a:off x="453050" y="1143600"/>
            <a:ext cx="10522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83" name="Shape 83"/>
        <p:cNvGrpSpPr/>
        <p:nvPr/>
      </p:nvGrpSpPr>
      <p:grpSpPr>
        <a:xfrm>
          <a:off x="0" y="0"/>
          <a:ext cx="0" cy="0"/>
          <a:chOff x="0" y="0"/>
          <a:chExt cx="0" cy="0"/>
        </a:xfrm>
      </p:grpSpPr>
      <p:sp>
        <p:nvSpPr>
          <p:cNvPr id="84" name="Google Shape;84;p1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9"/>
          <p:cNvSpPr txBox="1"/>
          <p:nvPr>
            <p:ph type="title"/>
          </p:nvPr>
        </p:nvSpPr>
        <p:spPr>
          <a:xfrm>
            <a:off x="453050" y="5163221"/>
            <a:ext cx="17382000" cy="47496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Clr>
                <a:schemeClr val="lt1"/>
              </a:buClr>
              <a:buSzPts val="14600"/>
              <a:buNone/>
              <a:defRPr sz="14600">
                <a:solidFill>
                  <a:schemeClr val="lt1"/>
                </a:solidFill>
              </a:defRPr>
            </a:lvl1pPr>
            <a:lvl2pPr lvl="1">
              <a:lnSpc>
                <a:spcPct val="80000"/>
              </a:lnSpc>
              <a:spcBef>
                <a:spcPts val="0"/>
              </a:spcBef>
              <a:spcAft>
                <a:spcPts val="0"/>
              </a:spcAft>
              <a:buSzPts val="5600"/>
              <a:buNone/>
              <a:defRPr/>
            </a:lvl2pPr>
            <a:lvl3pPr lvl="2">
              <a:lnSpc>
                <a:spcPct val="80000"/>
              </a:lnSpc>
              <a:spcBef>
                <a:spcPts val="0"/>
              </a:spcBef>
              <a:spcAft>
                <a:spcPts val="0"/>
              </a:spcAft>
              <a:buSzPts val="5600"/>
              <a:buNone/>
              <a:defRPr/>
            </a:lvl3pPr>
            <a:lvl4pPr lvl="3">
              <a:lnSpc>
                <a:spcPct val="80000"/>
              </a:lnSpc>
              <a:spcBef>
                <a:spcPts val="0"/>
              </a:spcBef>
              <a:spcAft>
                <a:spcPts val="0"/>
              </a:spcAft>
              <a:buSzPts val="5600"/>
              <a:buNone/>
              <a:defRPr/>
            </a:lvl4pPr>
            <a:lvl5pPr lvl="4">
              <a:lnSpc>
                <a:spcPct val="80000"/>
              </a:lnSpc>
              <a:spcBef>
                <a:spcPts val="0"/>
              </a:spcBef>
              <a:spcAft>
                <a:spcPts val="0"/>
              </a:spcAft>
              <a:buSzPts val="5600"/>
              <a:buNone/>
              <a:defRPr/>
            </a:lvl5pPr>
            <a:lvl6pPr lvl="5">
              <a:lnSpc>
                <a:spcPct val="80000"/>
              </a:lnSpc>
              <a:spcBef>
                <a:spcPts val="0"/>
              </a:spcBef>
              <a:spcAft>
                <a:spcPts val="0"/>
              </a:spcAft>
              <a:buSzPts val="5600"/>
              <a:buNone/>
              <a:defRPr/>
            </a:lvl6pPr>
            <a:lvl7pPr lvl="6">
              <a:lnSpc>
                <a:spcPct val="80000"/>
              </a:lnSpc>
              <a:spcBef>
                <a:spcPts val="0"/>
              </a:spcBef>
              <a:spcAft>
                <a:spcPts val="0"/>
              </a:spcAft>
              <a:buSzPts val="5600"/>
              <a:buNone/>
              <a:defRPr/>
            </a:lvl7pPr>
            <a:lvl8pPr lvl="7">
              <a:lnSpc>
                <a:spcPct val="80000"/>
              </a:lnSpc>
              <a:spcBef>
                <a:spcPts val="0"/>
              </a:spcBef>
              <a:spcAft>
                <a:spcPts val="0"/>
              </a:spcAft>
              <a:buSzPts val="5600"/>
              <a:buNone/>
              <a:defRPr/>
            </a:lvl8pPr>
            <a:lvl9pPr lvl="8">
              <a:lnSpc>
                <a:spcPct val="80000"/>
              </a:lnSpc>
              <a:spcBef>
                <a:spcPts val="0"/>
              </a:spcBef>
              <a:spcAft>
                <a:spcPts val="0"/>
              </a:spcAft>
              <a:buSzPts val="56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86" name="Shape 86"/>
        <p:cNvGrpSpPr/>
        <p:nvPr/>
      </p:nvGrpSpPr>
      <p:grpSpPr>
        <a:xfrm>
          <a:off x="0" y="0"/>
          <a:ext cx="0" cy="0"/>
          <a:chOff x="0" y="0"/>
          <a:chExt cx="0" cy="0"/>
        </a:xfrm>
      </p:grpSpPr>
      <p:sp>
        <p:nvSpPr>
          <p:cNvPr id="87" name="Google Shape;87;p2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20"/>
          <p:cNvSpPr txBox="1"/>
          <p:nvPr>
            <p:ph type="title"/>
          </p:nvPr>
        </p:nvSpPr>
        <p:spPr>
          <a:xfrm>
            <a:off x="453050" y="497921"/>
            <a:ext cx="17382000" cy="47496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lnSpc>
                <a:spcPct val="80000"/>
              </a:lnSpc>
              <a:spcBef>
                <a:spcPts val="0"/>
              </a:spcBef>
              <a:spcAft>
                <a:spcPts val="0"/>
              </a:spcAft>
              <a:buSzPts val="5600"/>
              <a:buNone/>
              <a:defRPr/>
            </a:lvl2pPr>
            <a:lvl3pPr lvl="2">
              <a:lnSpc>
                <a:spcPct val="80000"/>
              </a:lnSpc>
              <a:spcBef>
                <a:spcPts val="0"/>
              </a:spcBef>
              <a:spcAft>
                <a:spcPts val="0"/>
              </a:spcAft>
              <a:buSzPts val="5600"/>
              <a:buNone/>
              <a:defRPr/>
            </a:lvl3pPr>
            <a:lvl4pPr lvl="3">
              <a:lnSpc>
                <a:spcPct val="80000"/>
              </a:lnSpc>
              <a:spcBef>
                <a:spcPts val="0"/>
              </a:spcBef>
              <a:spcAft>
                <a:spcPts val="0"/>
              </a:spcAft>
              <a:buSzPts val="5600"/>
              <a:buNone/>
              <a:defRPr/>
            </a:lvl4pPr>
            <a:lvl5pPr lvl="4">
              <a:lnSpc>
                <a:spcPct val="80000"/>
              </a:lnSpc>
              <a:spcBef>
                <a:spcPts val="0"/>
              </a:spcBef>
              <a:spcAft>
                <a:spcPts val="0"/>
              </a:spcAft>
              <a:buSzPts val="5600"/>
              <a:buNone/>
              <a:defRPr/>
            </a:lvl5pPr>
            <a:lvl6pPr lvl="5">
              <a:lnSpc>
                <a:spcPct val="80000"/>
              </a:lnSpc>
              <a:spcBef>
                <a:spcPts val="0"/>
              </a:spcBef>
              <a:spcAft>
                <a:spcPts val="0"/>
              </a:spcAft>
              <a:buSzPts val="5600"/>
              <a:buNone/>
              <a:defRPr/>
            </a:lvl6pPr>
            <a:lvl7pPr lvl="6">
              <a:lnSpc>
                <a:spcPct val="80000"/>
              </a:lnSpc>
              <a:spcBef>
                <a:spcPts val="0"/>
              </a:spcBef>
              <a:spcAft>
                <a:spcPts val="0"/>
              </a:spcAft>
              <a:buSzPts val="5600"/>
              <a:buNone/>
              <a:defRPr/>
            </a:lvl7pPr>
            <a:lvl8pPr lvl="7">
              <a:lnSpc>
                <a:spcPct val="80000"/>
              </a:lnSpc>
              <a:spcBef>
                <a:spcPts val="0"/>
              </a:spcBef>
              <a:spcAft>
                <a:spcPts val="0"/>
              </a:spcAft>
              <a:buSzPts val="5600"/>
              <a:buNone/>
              <a:defRPr/>
            </a:lvl8pPr>
            <a:lvl9pPr lvl="8">
              <a:lnSpc>
                <a:spcPct val="80000"/>
              </a:lnSpc>
              <a:spcBef>
                <a:spcPts val="0"/>
              </a:spcBef>
              <a:spcAft>
                <a:spcPts val="0"/>
              </a:spcAft>
              <a:buSzPts val="5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89" name="Shape 89"/>
        <p:cNvGrpSpPr/>
        <p:nvPr/>
      </p:nvGrpSpPr>
      <p:grpSpPr>
        <a:xfrm>
          <a:off x="0" y="0"/>
          <a:ext cx="0" cy="0"/>
          <a:chOff x="0" y="0"/>
          <a:chExt cx="0" cy="0"/>
        </a:xfrm>
      </p:grpSpPr>
      <p:sp>
        <p:nvSpPr>
          <p:cNvPr id="90" name="Google Shape;90;p2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21"/>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92" name="Google Shape;92;p21"/>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93" name="Google Shape;93;p21"/>
          <p:cNvSpPr txBox="1"/>
          <p:nvPr>
            <p:ph idx="1" type="body"/>
          </p:nvPr>
        </p:nvSpPr>
        <p:spPr>
          <a:xfrm>
            <a:off x="492650" y="5182900"/>
            <a:ext cx="1517400" cy="47298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
        <p:nvSpPr>
          <p:cNvPr id="94" name="Google Shape;94;p21"/>
          <p:cNvSpPr txBox="1"/>
          <p:nvPr>
            <p:ph idx="3" type="body"/>
          </p:nvPr>
        </p:nvSpPr>
        <p:spPr>
          <a:xfrm>
            <a:off x="2154400" y="5182900"/>
            <a:ext cx="15609000" cy="47298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95" name="Shape 95"/>
        <p:cNvGrpSpPr/>
        <p:nvPr/>
      </p:nvGrpSpPr>
      <p:grpSpPr>
        <a:xfrm>
          <a:off x="0" y="0"/>
          <a:ext cx="0" cy="0"/>
          <a:chOff x="0" y="0"/>
          <a:chExt cx="0" cy="0"/>
        </a:xfrm>
      </p:grpSpPr>
      <p:sp>
        <p:nvSpPr>
          <p:cNvPr id="96" name="Google Shape;96;p22"/>
          <p:cNvSpPr/>
          <p:nvPr>
            <p:ph idx="2" type="pic"/>
          </p:nvPr>
        </p:nvSpPr>
        <p:spPr>
          <a:xfrm>
            <a:off x="-10450" y="1419150"/>
            <a:ext cx="6097200" cy="5610600"/>
          </a:xfrm>
          <a:prstGeom prst="rect">
            <a:avLst/>
          </a:prstGeom>
          <a:noFill/>
          <a:ln>
            <a:noFill/>
          </a:ln>
        </p:spPr>
      </p:sp>
      <p:sp>
        <p:nvSpPr>
          <p:cNvPr id="97" name="Google Shape;97;p22"/>
          <p:cNvSpPr txBox="1"/>
          <p:nvPr>
            <p:ph type="title"/>
          </p:nvPr>
        </p:nvSpPr>
        <p:spPr>
          <a:xfrm>
            <a:off x="3139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98" name="Google Shape;98;p22"/>
          <p:cNvSpPr txBox="1"/>
          <p:nvPr>
            <p:ph idx="1" type="body"/>
          </p:nvPr>
        </p:nvSpPr>
        <p:spPr>
          <a:xfrm>
            <a:off x="3139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99" name="Google Shape;99;p2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2"/>
          <p:cNvSpPr txBox="1"/>
          <p:nvPr>
            <p:ph idx="3" type="title"/>
          </p:nvPr>
        </p:nvSpPr>
        <p:spPr>
          <a:xfrm>
            <a:off x="64173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101" name="Google Shape;101;p22"/>
          <p:cNvSpPr txBox="1"/>
          <p:nvPr>
            <p:ph idx="4" type="body"/>
          </p:nvPr>
        </p:nvSpPr>
        <p:spPr>
          <a:xfrm>
            <a:off x="64173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2" name="Google Shape;102;p22"/>
          <p:cNvSpPr txBox="1"/>
          <p:nvPr>
            <p:ph idx="5" type="title"/>
          </p:nvPr>
        </p:nvSpPr>
        <p:spPr>
          <a:xfrm>
            <a:off x="125379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103" name="Google Shape;103;p22"/>
          <p:cNvSpPr txBox="1"/>
          <p:nvPr>
            <p:ph idx="6" type="body"/>
          </p:nvPr>
        </p:nvSpPr>
        <p:spPr>
          <a:xfrm>
            <a:off x="125379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4" name="Google Shape;104;p22"/>
          <p:cNvSpPr/>
          <p:nvPr>
            <p:ph idx="7" type="pic"/>
          </p:nvPr>
        </p:nvSpPr>
        <p:spPr>
          <a:xfrm>
            <a:off x="6107525" y="1419150"/>
            <a:ext cx="6063600" cy="5610600"/>
          </a:xfrm>
          <a:prstGeom prst="rect">
            <a:avLst/>
          </a:prstGeom>
          <a:noFill/>
          <a:ln>
            <a:noFill/>
          </a:ln>
        </p:spPr>
      </p:sp>
      <p:sp>
        <p:nvSpPr>
          <p:cNvPr id="105" name="Google Shape;105;p22"/>
          <p:cNvSpPr/>
          <p:nvPr>
            <p:ph idx="8" type="pic"/>
          </p:nvPr>
        </p:nvSpPr>
        <p:spPr>
          <a:xfrm>
            <a:off x="12190950" y="1419150"/>
            <a:ext cx="6097200" cy="5610600"/>
          </a:xfrm>
          <a:prstGeom prst="rect">
            <a:avLst/>
          </a:prstGeom>
          <a:noFill/>
          <a:ln>
            <a:noFill/>
          </a:ln>
        </p:spPr>
      </p:sp>
      <p:cxnSp>
        <p:nvCxnSpPr>
          <p:cNvPr id="106" name="Google Shape;106;p22"/>
          <p:cNvCxnSpPr/>
          <p:nvPr/>
        </p:nvCxnSpPr>
        <p:spPr>
          <a:xfrm>
            <a:off x="6097050" y="1407300"/>
            <a:ext cx="0" cy="8897400"/>
          </a:xfrm>
          <a:prstGeom prst="straightConnector1">
            <a:avLst/>
          </a:prstGeom>
          <a:noFill/>
          <a:ln cap="flat" cmpd="sng" w="9525">
            <a:solidFill>
              <a:schemeClr val="lt1"/>
            </a:solidFill>
            <a:prstDash val="solid"/>
            <a:round/>
            <a:headEnd len="med" w="med" type="none"/>
            <a:tailEnd len="med" w="med" type="none"/>
          </a:ln>
        </p:spPr>
      </p:cxnSp>
      <p:cxnSp>
        <p:nvCxnSpPr>
          <p:cNvPr id="107" name="Google Shape;107;p22"/>
          <p:cNvCxnSpPr/>
          <p:nvPr/>
        </p:nvCxnSpPr>
        <p:spPr>
          <a:xfrm>
            <a:off x="12181150" y="1407300"/>
            <a:ext cx="0" cy="8897400"/>
          </a:xfrm>
          <a:prstGeom prst="straightConnector1">
            <a:avLst/>
          </a:prstGeom>
          <a:noFill/>
          <a:ln cap="flat" cmpd="sng" w="9525">
            <a:solidFill>
              <a:schemeClr val="lt1"/>
            </a:solidFill>
            <a:prstDash val="solid"/>
            <a:round/>
            <a:headEnd len="med" w="med" type="none"/>
            <a:tailEnd len="med" w="med" type="none"/>
          </a:ln>
        </p:spPr>
      </p:cxnSp>
      <p:cxnSp>
        <p:nvCxnSpPr>
          <p:cNvPr id="108" name="Google Shape;108;p22"/>
          <p:cNvCxnSpPr/>
          <p:nvPr/>
        </p:nvCxnSpPr>
        <p:spPr>
          <a:xfrm rot="10800000">
            <a:off x="0" y="7040400"/>
            <a:ext cx="18304800" cy="0"/>
          </a:xfrm>
          <a:prstGeom prst="straightConnector1">
            <a:avLst/>
          </a:prstGeom>
          <a:noFill/>
          <a:ln cap="flat" cmpd="sng" w="9525">
            <a:solidFill>
              <a:schemeClr val="lt1"/>
            </a:solidFill>
            <a:prstDash val="solid"/>
            <a:round/>
            <a:headEnd len="med" w="med" type="none"/>
            <a:tailEnd len="med" w="med" type="none"/>
          </a:ln>
        </p:spPr>
      </p:cxnSp>
      <p:cxnSp>
        <p:nvCxnSpPr>
          <p:cNvPr id="109" name="Google Shape;109;p22"/>
          <p:cNvCxnSpPr/>
          <p:nvPr/>
        </p:nvCxnSpPr>
        <p:spPr>
          <a:xfrm rot="10800000">
            <a:off x="0" y="1409450"/>
            <a:ext cx="18304800" cy="0"/>
          </a:xfrm>
          <a:prstGeom prst="straightConnector1">
            <a:avLst/>
          </a:prstGeom>
          <a:noFill/>
          <a:ln cap="flat" cmpd="sng" w="9525">
            <a:solidFill>
              <a:schemeClr val="lt1"/>
            </a:solidFill>
            <a:prstDash val="solid"/>
            <a:round/>
            <a:headEnd len="med" w="med" type="none"/>
            <a:tailEnd len="med" w="med" type="none"/>
          </a:ln>
        </p:spPr>
      </p:cxnSp>
      <p:sp>
        <p:nvSpPr>
          <p:cNvPr id="110" name="Google Shape;110;p22"/>
          <p:cNvSpPr txBox="1"/>
          <p:nvPr>
            <p:ph idx="9"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111" name="Shape 111"/>
        <p:cNvGrpSpPr/>
        <p:nvPr/>
      </p:nvGrpSpPr>
      <p:grpSpPr>
        <a:xfrm>
          <a:off x="0" y="0"/>
          <a:ext cx="0" cy="0"/>
          <a:chOff x="0" y="0"/>
          <a:chExt cx="0" cy="0"/>
        </a:xfrm>
      </p:grpSpPr>
      <p:sp>
        <p:nvSpPr>
          <p:cNvPr id="112" name="Google Shape;112;p23"/>
          <p:cNvSpPr/>
          <p:nvPr>
            <p:ph idx="2" type="pic"/>
          </p:nvPr>
        </p:nvSpPr>
        <p:spPr>
          <a:xfrm>
            <a:off x="-10450" y="1419150"/>
            <a:ext cx="6097200" cy="2937000"/>
          </a:xfrm>
          <a:prstGeom prst="rect">
            <a:avLst/>
          </a:prstGeom>
          <a:noFill/>
          <a:ln>
            <a:noFill/>
          </a:ln>
        </p:spPr>
      </p:sp>
      <p:sp>
        <p:nvSpPr>
          <p:cNvPr id="113" name="Google Shape;113;p23"/>
          <p:cNvSpPr/>
          <p:nvPr>
            <p:ph idx="3" type="pic"/>
          </p:nvPr>
        </p:nvSpPr>
        <p:spPr>
          <a:xfrm>
            <a:off x="6107525" y="1419150"/>
            <a:ext cx="6063600" cy="2937000"/>
          </a:xfrm>
          <a:prstGeom prst="rect">
            <a:avLst/>
          </a:prstGeom>
          <a:noFill/>
          <a:ln>
            <a:noFill/>
          </a:ln>
        </p:spPr>
      </p:sp>
      <p:sp>
        <p:nvSpPr>
          <p:cNvPr id="114" name="Google Shape;114;p23"/>
          <p:cNvSpPr/>
          <p:nvPr>
            <p:ph idx="4" type="pic"/>
          </p:nvPr>
        </p:nvSpPr>
        <p:spPr>
          <a:xfrm>
            <a:off x="12190950" y="1419150"/>
            <a:ext cx="6097200" cy="2937000"/>
          </a:xfrm>
          <a:prstGeom prst="rect">
            <a:avLst/>
          </a:prstGeom>
          <a:noFill/>
          <a:ln>
            <a:noFill/>
          </a:ln>
        </p:spPr>
      </p:sp>
      <p:cxnSp>
        <p:nvCxnSpPr>
          <p:cNvPr id="115" name="Google Shape;115;p23"/>
          <p:cNvCxnSpPr/>
          <p:nvPr/>
        </p:nvCxnSpPr>
        <p:spPr>
          <a:xfrm rot="10800000">
            <a:off x="0" y="1409450"/>
            <a:ext cx="18304800" cy="0"/>
          </a:xfrm>
          <a:prstGeom prst="straightConnector1">
            <a:avLst/>
          </a:prstGeom>
          <a:noFill/>
          <a:ln cap="flat" cmpd="sng" w="9525">
            <a:solidFill>
              <a:schemeClr val="lt1"/>
            </a:solidFill>
            <a:prstDash val="solid"/>
            <a:round/>
            <a:headEnd len="med" w="med" type="none"/>
            <a:tailEnd len="med" w="med" type="none"/>
          </a:ln>
        </p:spPr>
      </p:cxnSp>
      <p:sp>
        <p:nvSpPr>
          <p:cNvPr id="116" name="Google Shape;116;p23"/>
          <p:cNvSpPr txBox="1"/>
          <p:nvPr>
            <p:ph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23"/>
          <p:cNvSpPr/>
          <p:nvPr>
            <p:ph idx="5" type="pic"/>
          </p:nvPr>
        </p:nvSpPr>
        <p:spPr>
          <a:xfrm>
            <a:off x="-9950" y="4384443"/>
            <a:ext cx="6097200" cy="2937000"/>
          </a:xfrm>
          <a:prstGeom prst="rect">
            <a:avLst/>
          </a:prstGeom>
          <a:noFill/>
          <a:ln>
            <a:noFill/>
          </a:ln>
        </p:spPr>
      </p:sp>
      <p:sp>
        <p:nvSpPr>
          <p:cNvPr id="118" name="Google Shape;118;p23"/>
          <p:cNvSpPr/>
          <p:nvPr>
            <p:ph idx="6" type="pic"/>
          </p:nvPr>
        </p:nvSpPr>
        <p:spPr>
          <a:xfrm>
            <a:off x="6108025" y="4384443"/>
            <a:ext cx="6063600" cy="2937000"/>
          </a:xfrm>
          <a:prstGeom prst="rect">
            <a:avLst/>
          </a:prstGeom>
          <a:noFill/>
          <a:ln>
            <a:noFill/>
          </a:ln>
        </p:spPr>
      </p:sp>
      <p:sp>
        <p:nvSpPr>
          <p:cNvPr id="119" name="Google Shape;119;p23"/>
          <p:cNvSpPr/>
          <p:nvPr>
            <p:ph idx="7" type="pic"/>
          </p:nvPr>
        </p:nvSpPr>
        <p:spPr>
          <a:xfrm>
            <a:off x="12191450" y="4384443"/>
            <a:ext cx="6097200" cy="2937000"/>
          </a:xfrm>
          <a:prstGeom prst="rect">
            <a:avLst/>
          </a:prstGeom>
          <a:noFill/>
          <a:ln>
            <a:noFill/>
          </a:ln>
        </p:spPr>
      </p:sp>
      <p:sp>
        <p:nvSpPr>
          <p:cNvPr id="120" name="Google Shape;120;p23"/>
          <p:cNvSpPr/>
          <p:nvPr>
            <p:ph idx="8" type="pic"/>
          </p:nvPr>
        </p:nvSpPr>
        <p:spPr>
          <a:xfrm>
            <a:off x="-9950" y="7349746"/>
            <a:ext cx="6097200" cy="2937000"/>
          </a:xfrm>
          <a:prstGeom prst="rect">
            <a:avLst/>
          </a:prstGeom>
          <a:noFill/>
          <a:ln>
            <a:noFill/>
          </a:ln>
        </p:spPr>
      </p:sp>
      <p:sp>
        <p:nvSpPr>
          <p:cNvPr id="121" name="Google Shape;121;p23"/>
          <p:cNvSpPr/>
          <p:nvPr>
            <p:ph idx="9" type="pic"/>
          </p:nvPr>
        </p:nvSpPr>
        <p:spPr>
          <a:xfrm>
            <a:off x="6108025" y="7349746"/>
            <a:ext cx="6063600" cy="2937000"/>
          </a:xfrm>
          <a:prstGeom prst="rect">
            <a:avLst/>
          </a:prstGeom>
          <a:noFill/>
          <a:ln>
            <a:noFill/>
          </a:ln>
        </p:spPr>
      </p:sp>
      <p:sp>
        <p:nvSpPr>
          <p:cNvPr id="122" name="Google Shape;122;p23"/>
          <p:cNvSpPr/>
          <p:nvPr>
            <p:ph idx="13" type="pic"/>
          </p:nvPr>
        </p:nvSpPr>
        <p:spPr>
          <a:xfrm>
            <a:off x="12191450" y="7349746"/>
            <a:ext cx="6097200" cy="29370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123" name="Shape 123"/>
        <p:cNvGrpSpPr/>
        <p:nvPr/>
      </p:nvGrpSpPr>
      <p:grpSpPr>
        <a:xfrm>
          <a:off x="0" y="0"/>
          <a:ext cx="0" cy="0"/>
          <a:chOff x="0" y="0"/>
          <a:chExt cx="0" cy="0"/>
        </a:xfrm>
      </p:grpSpPr>
      <p:sp>
        <p:nvSpPr>
          <p:cNvPr id="124" name="Google Shape;124;p2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24"/>
          <p:cNvSpPr txBox="1"/>
          <p:nvPr>
            <p:ph idx="1" type="body"/>
          </p:nvPr>
        </p:nvSpPr>
        <p:spPr>
          <a:xfrm>
            <a:off x="453050" y="5990882"/>
            <a:ext cx="17346000" cy="38622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1pPr>
            <a:lvl2pPr indent="-596900" lvl="1" marL="914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2pPr>
            <a:lvl3pPr indent="-596900" lvl="2" marL="1371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3pPr>
            <a:lvl4pPr indent="-596900" lvl="3" marL="1828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4pPr>
            <a:lvl5pPr indent="-596900" lvl="4" marL="22860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5pPr>
            <a:lvl6pPr indent="-596900" lvl="5" marL="2743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6pPr>
            <a:lvl7pPr indent="-596900" lvl="6" marL="3200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7pPr>
            <a:lvl8pPr indent="-596900" lvl="7" marL="3657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8pPr>
            <a:lvl9pPr indent="-596900" lvl="8" marL="4114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126" name="Shape 126"/>
        <p:cNvGrpSpPr/>
        <p:nvPr/>
      </p:nvGrpSpPr>
      <p:grpSpPr>
        <a:xfrm>
          <a:off x="0" y="0"/>
          <a:ext cx="0" cy="0"/>
          <a:chOff x="0" y="0"/>
          <a:chExt cx="0" cy="0"/>
        </a:xfrm>
      </p:grpSpPr>
      <p:sp>
        <p:nvSpPr>
          <p:cNvPr id="127" name="Google Shape;127;p2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5"/>
          <p:cNvSpPr txBox="1"/>
          <p:nvPr>
            <p:ph idx="1" type="body"/>
          </p:nvPr>
        </p:nvSpPr>
        <p:spPr>
          <a:xfrm>
            <a:off x="453050" y="5990882"/>
            <a:ext cx="17346000" cy="38622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129" name="Shape 129"/>
        <p:cNvGrpSpPr/>
        <p:nvPr/>
      </p:nvGrpSpPr>
      <p:grpSpPr>
        <a:xfrm>
          <a:off x="0" y="0"/>
          <a:ext cx="0" cy="0"/>
          <a:chOff x="0" y="0"/>
          <a:chExt cx="0" cy="0"/>
        </a:xfrm>
      </p:grpSpPr>
      <p:sp>
        <p:nvSpPr>
          <p:cNvPr id="130" name="Google Shape;130;p26"/>
          <p:cNvSpPr/>
          <p:nvPr>
            <p:ph idx="2" type="pic"/>
          </p:nvPr>
        </p:nvSpPr>
        <p:spPr>
          <a:xfrm>
            <a:off x="9152700" y="0"/>
            <a:ext cx="9135000" cy="10307400"/>
          </a:xfrm>
          <a:prstGeom prst="rect">
            <a:avLst/>
          </a:prstGeom>
          <a:noFill/>
          <a:ln cap="flat" cmpd="sng" w="9525">
            <a:solidFill>
              <a:schemeClr val="lt1"/>
            </a:solidFill>
            <a:prstDash val="solid"/>
            <a:round/>
            <a:headEnd len="sm" w="sm" type="none"/>
            <a:tailEnd len="sm" w="sm" type="none"/>
          </a:ln>
        </p:spPr>
      </p:sp>
      <p:sp>
        <p:nvSpPr>
          <p:cNvPr id="131" name="Google Shape;131;p26"/>
          <p:cNvSpPr txBox="1"/>
          <p:nvPr>
            <p:ph idx="1" type="body"/>
          </p:nvPr>
        </p:nvSpPr>
        <p:spPr>
          <a:xfrm>
            <a:off x="453050" y="4160878"/>
            <a:ext cx="8238000" cy="3357600"/>
          </a:xfrm>
          <a:prstGeom prst="rect">
            <a:avLst/>
          </a:prstGeom>
        </p:spPr>
        <p:txBody>
          <a:bodyPr anchorCtr="0" anchor="t" bIns="182850" lIns="182850" spcFirstLastPara="1" rIns="182850" wrap="square" tIns="182850">
            <a:normAutofit/>
          </a:bodyPr>
          <a:lstStyle>
            <a:lvl1pPr indent="-431800" lvl="0" marL="457200">
              <a:spcBef>
                <a:spcPts val="0"/>
              </a:spcBef>
              <a:spcAft>
                <a:spcPts val="0"/>
              </a:spcAft>
              <a:buClr>
                <a:schemeClr val="lt1"/>
              </a:buClr>
              <a:buSzPts val="3200"/>
              <a:buChar char="●"/>
              <a:defRPr sz="3200">
                <a:solidFill>
                  <a:schemeClr val="lt1"/>
                </a:solidFill>
              </a:defRPr>
            </a:lvl1pPr>
            <a:lvl2pPr indent="-431800" lvl="1" marL="914400">
              <a:spcBef>
                <a:spcPts val="0"/>
              </a:spcBef>
              <a:spcAft>
                <a:spcPts val="0"/>
              </a:spcAft>
              <a:buClr>
                <a:schemeClr val="lt1"/>
              </a:buClr>
              <a:buSzPts val="3200"/>
              <a:buChar char="○"/>
              <a:defRPr sz="3200">
                <a:solidFill>
                  <a:schemeClr val="lt1"/>
                </a:solidFill>
              </a:defRPr>
            </a:lvl2pPr>
            <a:lvl3pPr indent="-431800" lvl="2" marL="1371600">
              <a:spcBef>
                <a:spcPts val="0"/>
              </a:spcBef>
              <a:spcAft>
                <a:spcPts val="0"/>
              </a:spcAft>
              <a:buClr>
                <a:schemeClr val="lt1"/>
              </a:buClr>
              <a:buSzPts val="3200"/>
              <a:buChar char="■"/>
              <a:defRPr sz="3200">
                <a:solidFill>
                  <a:schemeClr val="lt1"/>
                </a:solidFill>
              </a:defRPr>
            </a:lvl3pPr>
            <a:lvl4pPr indent="-431800" lvl="3" marL="1828800">
              <a:spcBef>
                <a:spcPts val="0"/>
              </a:spcBef>
              <a:spcAft>
                <a:spcPts val="0"/>
              </a:spcAft>
              <a:buClr>
                <a:schemeClr val="lt1"/>
              </a:buClr>
              <a:buSzPts val="3200"/>
              <a:buChar char="●"/>
              <a:defRPr sz="3200">
                <a:solidFill>
                  <a:schemeClr val="lt1"/>
                </a:solidFill>
              </a:defRPr>
            </a:lvl4pPr>
            <a:lvl5pPr indent="-431800" lvl="4" marL="2286000">
              <a:spcBef>
                <a:spcPts val="0"/>
              </a:spcBef>
              <a:spcAft>
                <a:spcPts val="0"/>
              </a:spcAft>
              <a:buClr>
                <a:schemeClr val="lt1"/>
              </a:buClr>
              <a:buSzPts val="3200"/>
              <a:buChar char="○"/>
              <a:defRPr sz="3200">
                <a:solidFill>
                  <a:schemeClr val="lt1"/>
                </a:solidFill>
              </a:defRPr>
            </a:lvl5pPr>
            <a:lvl6pPr indent="-431800" lvl="5" marL="2743200">
              <a:spcBef>
                <a:spcPts val="0"/>
              </a:spcBef>
              <a:spcAft>
                <a:spcPts val="0"/>
              </a:spcAft>
              <a:buClr>
                <a:schemeClr val="lt1"/>
              </a:buClr>
              <a:buSzPts val="3200"/>
              <a:buChar char="■"/>
              <a:defRPr sz="3200">
                <a:solidFill>
                  <a:schemeClr val="lt1"/>
                </a:solidFill>
              </a:defRPr>
            </a:lvl6pPr>
            <a:lvl7pPr indent="-431800" lvl="6" marL="3200400">
              <a:spcBef>
                <a:spcPts val="0"/>
              </a:spcBef>
              <a:spcAft>
                <a:spcPts val="0"/>
              </a:spcAft>
              <a:buClr>
                <a:schemeClr val="lt1"/>
              </a:buClr>
              <a:buSzPts val="3200"/>
              <a:buChar char="●"/>
              <a:defRPr sz="3200">
                <a:solidFill>
                  <a:schemeClr val="lt1"/>
                </a:solidFill>
              </a:defRPr>
            </a:lvl7pPr>
            <a:lvl8pPr indent="-431800" lvl="7" marL="3657600">
              <a:spcBef>
                <a:spcPts val="0"/>
              </a:spcBef>
              <a:spcAft>
                <a:spcPts val="0"/>
              </a:spcAft>
              <a:buClr>
                <a:schemeClr val="lt1"/>
              </a:buClr>
              <a:buSzPts val="3200"/>
              <a:buChar char="○"/>
              <a:defRPr sz="3200">
                <a:solidFill>
                  <a:schemeClr val="lt1"/>
                </a:solidFill>
              </a:defRPr>
            </a:lvl8pPr>
            <a:lvl9pPr indent="-431800" lvl="8" marL="4114800">
              <a:spcBef>
                <a:spcPts val="0"/>
              </a:spcBef>
              <a:spcAft>
                <a:spcPts val="0"/>
              </a:spcAft>
              <a:buClr>
                <a:schemeClr val="lt1"/>
              </a:buClr>
              <a:buSzPts val="3200"/>
              <a:buChar char="■"/>
              <a:defRPr sz="3200">
                <a:solidFill>
                  <a:schemeClr val="lt1"/>
                </a:solidFill>
              </a:defRPr>
            </a:lvl9pPr>
          </a:lstStyle>
          <a:p/>
        </p:txBody>
      </p:sp>
      <p:sp>
        <p:nvSpPr>
          <p:cNvPr id="132" name="Google Shape;132;p2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6"/>
          <p:cNvSpPr txBox="1"/>
          <p:nvPr>
            <p:ph type="title"/>
          </p:nvPr>
        </p:nvSpPr>
        <p:spPr>
          <a:xfrm>
            <a:off x="453050" y="25421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Clr>
                <a:schemeClr val="lt1"/>
              </a:buClr>
              <a:buSzPts val="5000"/>
              <a:buNone/>
              <a:defRPr sz="5000">
                <a:solidFill>
                  <a:schemeClr val="lt1"/>
                </a:solidFill>
              </a:defRPr>
            </a:lvl1pPr>
            <a:lvl2pPr lvl="1">
              <a:lnSpc>
                <a:spcPct val="80000"/>
              </a:lnSpc>
              <a:spcBef>
                <a:spcPts val="0"/>
              </a:spcBef>
              <a:spcAft>
                <a:spcPts val="0"/>
              </a:spcAft>
              <a:buClr>
                <a:schemeClr val="lt1"/>
              </a:buClr>
              <a:buSzPts val="5000"/>
              <a:buNone/>
              <a:defRPr sz="5000">
                <a:solidFill>
                  <a:schemeClr val="lt1"/>
                </a:solidFill>
              </a:defRPr>
            </a:lvl2pPr>
            <a:lvl3pPr lvl="2">
              <a:lnSpc>
                <a:spcPct val="80000"/>
              </a:lnSpc>
              <a:spcBef>
                <a:spcPts val="0"/>
              </a:spcBef>
              <a:spcAft>
                <a:spcPts val="0"/>
              </a:spcAft>
              <a:buClr>
                <a:schemeClr val="lt1"/>
              </a:buClr>
              <a:buSzPts val="5000"/>
              <a:buNone/>
              <a:defRPr sz="5000">
                <a:solidFill>
                  <a:schemeClr val="lt1"/>
                </a:solidFill>
              </a:defRPr>
            </a:lvl3pPr>
            <a:lvl4pPr lvl="3">
              <a:lnSpc>
                <a:spcPct val="80000"/>
              </a:lnSpc>
              <a:spcBef>
                <a:spcPts val="0"/>
              </a:spcBef>
              <a:spcAft>
                <a:spcPts val="0"/>
              </a:spcAft>
              <a:buClr>
                <a:schemeClr val="lt1"/>
              </a:buClr>
              <a:buSzPts val="5000"/>
              <a:buNone/>
              <a:defRPr sz="5000">
                <a:solidFill>
                  <a:schemeClr val="lt1"/>
                </a:solidFill>
              </a:defRPr>
            </a:lvl4pPr>
            <a:lvl5pPr lvl="4">
              <a:lnSpc>
                <a:spcPct val="80000"/>
              </a:lnSpc>
              <a:spcBef>
                <a:spcPts val="0"/>
              </a:spcBef>
              <a:spcAft>
                <a:spcPts val="0"/>
              </a:spcAft>
              <a:buClr>
                <a:schemeClr val="lt1"/>
              </a:buClr>
              <a:buSzPts val="5000"/>
              <a:buNone/>
              <a:defRPr sz="5000">
                <a:solidFill>
                  <a:schemeClr val="lt1"/>
                </a:solidFill>
              </a:defRPr>
            </a:lvl5pPr>
            <a:lvl6pPr lvl="5">
              <a:lnSpc>
                <a:spcPct val="80000"/>
              </a:lnSpc>
              <a:spcBef>
                <a:spcPts val="0"/>
              </a:spcBef>
              <a:spcAft>
                <a:spcPts val="0"/>
              </a:spcAft>
              <a:buClr>
                <a:schemeClr val="lt1"/>
              </a:buClr>
              <a:buSzPts val="5000"/>
              <a:buNone/>
              <a:defRPr sz="5000">
                <a:solidFill>
                  <a:schemeClr val="lt1"/>
                </a:solidFill>
              </a:defRPr>
            </a:lvl6pPr>
            <a:lvl7pPr lvl="6">
              <a:lnSpc>
                <a:spcPct val="80000"/>
              </a:lnSpc>
              <a:spcBef>
                <a:spcPts val="0"/>
              </a:spcBef>
              <a:spcAft>
                <a:spcPts val="0"/>
              </a:spcAft>
              <a:buClr>
                <a:schemeClr val="lt1"/>
              </a:buClr>
              <a:buSzPts val="5000"/>
              <a:buNone/>
              <a:defRPr sz="5000">
                <a:solidFill>
                  <a:schemeClr val="lt1"/>
                </a:solidFill>
              </a:defRPr>
            </a:lvl7pPr>
            <a:lvl8pPr lvl="7">
              <a:lnSpc>
                <a:spcPct val="80000"/>
              </a:lnSpc>
              <a:spcBef>
                <a:spcPts val="0"/>
              </a:spcBef>
              <a:spcAft>
                <a:spcPts val="0"/>
              </a:spcAft>
              <a:buClr>
                <a:schemeClr val="lt1"/>
              </a:buClr>
              <a:buSzPts val="5000"/>
              <a:buNone/>
              <a:defRPr sz="5000">
                <a:solidFill>
                  <a:schemeClr val="lt1"/>
                </a:solidFill>
              </a:defRPr>
            </a:lvl8pPr>
            <a:lvl9pPr lvl="8">
              <a:lnSpc>
                <a:spcPct val="80000"/>
              </a:lnSpc>
              <a:spcBef>
                <a:spcPts val="0"/>
              </a:spcBef>
              <a:spcAft>
                <a:spcPts val="0"/>
              </a:spcAft>
              <a:buClr>
                <a:schemeClr val="lt1"/>
              </a:buClr>
              <a:buSzPts val="5000"/>
              <a:buNone/>
              <a:defRPr sz="5000">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134" name="Shape 134"/>
        <p:cNvGrpSpPr/>
        <p:nvPr/>
      </p:nvGrpSpPr>
      <p:grpSpPr>
        <a:xfrm>
          <a:off x="0" y="0"/>
          <a:ext cx="0" cy="0"/>
          <a:chOff x="0" y="0"/>
          <a:chExt cx="0" cy="0"/>
        </a:xfrm>
      </p:grpSpPr>
      <p:sp>
        <p:nvSpPr>
          <p:cNvPr id="135" name="Google Shape;135;p2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7"/>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7" name="Google Shape;137;p27"/>
          <p:cNvSpPr/>
          <p:nvPr>
            <p:ph idx="2" type="pic"/>
          </p:nvPr>
        </p:nvSpPr>
        <p:spPr>
          <a:xfrm>
            <a:off x="4630850" y="453250"/>
            <a:ext cx="7467600" cy="9381000"/>
          </a:xfrm>
          <a:prstGeom prst="rect">
            <a:avLst/>
          </a:prstGeom>
          <a:noFill/>
          <a:ln cap="flat" cmpd="sng" w="9525">
            <a:solidFill>
              <a:schemeClr val="dk1"/>
            </a:solidFill>
            <a:prstDash val="solid"/>
            <a:round/>
            <a:headEnd len="sm" w="sm" type="none"/>
            <a:tailEnd len="sm" w="sm" type="none"/>
          </a:ln>
        </p:spPr>
      </p:sp>
      <p:sp>
        <p:nvSpPr>
          <p:cNvPr id="138" name="Google Shape;138;p27"/>
          <p:cNvSpPr/>
          <p:nvPr>
            <p:ph idx="3" type="pic"/>
          </p:nvPr>
        </p:nvSpPr>
        <p:spPr>
          <a:xfrm>
            <a:off x="12511950" y="2783800"/>
            <a:ext cx="5323200" cy="4719000"/>
          </a:xfrm>
          <a:prstGeom prst="rect">
            <a:avLst/>
          </a:prstGeom>
          <a:noFill/>
          <a:ln cap="flat" cmpd="sng" w="9525">
            <a:solidFill>
              <a:schemeClr val="dk1"/>
            </a:solidFill>
            <a:prstDash val="solid"/>
            <a:round/>
            <a:headEnd len="sm" w="sm" type="none"/>
            <a:tailEnd len="sm" w="sm" type="none"/>
          </a:ln>
        </p:spPr>
      </p:sp>
      <p:sp>
        <p:nvSpPr>
          <p:cNvPr id="139" name="Google Shape;139;p27"/>
          <p:cNvSpPr txBox="1"/>
          <p:nvPr>
            <p:ph idx="4"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140" name="Shape 140"/>
        <p:cNvGrpSpPr/>
        <p:nvPr/>
      </p:nvGrpSpPr>
      <p:grpSpPr>
        <a:xfrm>
          <a:off x="0" y="0"/>
          <a:ext cx="0" cy="0"/>
          <a:chOff x="0" y="0"/>
          <a:chExt cx="0" cy="0"/>
        </a:xfrm>
      </p:grpSpPr>
      <p:sp>
        <p:nvSpPr>
          <p:cNvPr id="141" name="Google Shape;141;p28"/>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42" name="Google Shape;142;p2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8"/>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4" name="Google Shape;144;p28"/>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145" name="Google Shape;145;p28"/>
          <p:cNvSpPr txBox="1"/>
          <p:nvPr>
            <p:ph idx="3" type="title"/>
          </p:nvPr>
        </p:nvSpPr>
        <p:spPr>
          <a:xfrm>
            <a:off x="453050" y="25421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46" name="Google Shape;146;p28"/>
          <p:cNvSpPr txBox="1"/>
          <p:nvPr>
            <p:ph idx="1" type="body"/>
          </p:nvPr>
        </p:nvSpPr>
        <p:spPr>
          <a:xfrm>
            <a:off x="453050" y="41608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47" name="Shape 147"/>
        <p:cNvGrpSpPr/>
        <p:nvPr/>
      </p:nvGrpSpPr>
      <p:grpSpPr>
        <a:xfrm>
          <a:off x="0" y="0"/>
          <a:ext cx="0" cy="0"/>
          <a:chOff x="0" y="0"/>
          <a:chExt cx="0" cy="0"/>
        </a:xfrm>
      </p:grpSpPr>
      <p:sp>
        <p:nvSpPr>
          <p:cNvPr id="148" name="Google Shape;148;p29"/>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49" name="Google Shape;149;p2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29"/>
          <p:cNvSpPr txBox="1"/>
          <p:nvPr>
            <p:ph type="title"/>
          </p:nvPr>
        </p:nvSpPr>
        <p:spPr>
          <a:xfrm>
            <a:off x="453050" y="13952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51" name="Google Shape;151;p29"/>
          <p:cNvSpPr txBox="1"/>
          <p:nvPr>
            <p:ph idx="1" type="body"/>
          </p:nvPr>
        </p:nvSpPr>
        <p:spPr>
          <a:xfrm>
            <a:off x="45305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52" name="Google Shape;152;p29"/>
          <p:cNvSpPr txBox="1"/>
          <p:nvPr>
            <p:ph idx="2" type="subTitle"/>
          </p:nvPr>
        </p:nvSpPr>
        <p:spPr>
          <a:xfrm>
            <a:off x="45305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53" name="Shape 153"/>
        <p:cNvGrpSpPr/>
        <p:nvPr/>
      </p:nvGrpSpPr>
      <p:grpSpPr>
        <a:xfrm>
          <a:off x="0" y="0"/>
          <a:ext cx="0" cy="0"/>
          <a:chOff x="0" y="0"/>
          <a:chExt cx="0" cy="0"/>
        </a:xfrm>
      </p:grpSpPr>
      <p:sp>
        <p:nvSpPr>
          <p:cNvPr id="154" name="Google Shape;154;p30"/>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55" name="Google Shape;155;p3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30"/>
          <p:cNvSpPr txBox="1"/>
          <p:nvPr>
            <p:ph type="title"/>
          </p:nvPr>
        </p:nvSpPr>
        <p:spPr>
          <a:xfrm>
            <a:off x="453050" y="13952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57" name="Google Shape;157;p30"/>
          <p:cNvSpPr txBox="1"/>
          <p:nvPr>
            <p:ph idx="1" type="body"/>
          </p:nvPr>
        </p:nvSpPr>
        <p:spPr>
          <a:xfrm>
            <a:off x="45305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58" name="Google Shape;158;p30"/>
          <p:cNvSpPr txBox="1"/>
          <p:nvPr>
            <p:ph idx="2" type="subTitle"/>
          </p:nvPr>
        </p:nvSpPr>
        <p:spPr>
          <a:xfrm>
            <a:off x="45305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9" name="Google Shape;159;p30"/>
          <p:cNvSpPr txBox="1"/>
          <p:nvPr>
            <p:ph idx="3" type="body"/>
          </p:nvPr>
        </p:nvSpPr>
        <p:spPr>
          <a:xfrm>
            <a:off x="959700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Clr>
                <a:schemeClr val="dk2"/>
              </a:buClr>
              <a:buSzPts val="2400"/>
              <a:buChar char="●"/>
              <a:defRPr sz="2400">
                <a:solidFill>
                  <a:schemeClr val="dk2"/>
                </a:solidFill>
              </a:defRPr>
            </a:lvl1pPr>
            <a:lvl2pPr indent="-381000" lvl="1" marL="914400">
              <a:spcBef>
                <a:spcPts val="0"/>
              </a:spcBef>
              <a:spcAft>
                <a:spcPts val="0"/>
              </a:spcAft>
              <a:buClr>
                <a:schemeClr val="dk2"/>
              </a:buClr>
              <a:buSzPts val="2400"/>
              <a:buChar char="○"/>
              <a:defRPr sz="2400">
                <a:solidFill>
                  <a:schemeClr val="dk2"/>
                </a:solidFill>
              </a:defRPr>
            </a:lvl2pPr>
            <a:lvl3pPr indent="-381000" lvl="2" marL="1371600">
              <a:spcBef>
                <a:spcPts val="0"/>
              </a:spcBef>
              <a:spcAft>
                <a:spcPts val="0"/>
              </a:spcAft>
              <a:buClr>
                <a:schemeClr val="dk2"/>
              </a:buClr>
              <a:buSzPts val="2400"/>
              <a:buChar char="■"/>
              <a:defRPr sz="2400">
                <a:solidFill>
                  <a:schemeClr val="dk2"/>
                </a:solidFill>
              </a:defRPr>
            </a:lvl3pPr>
            <a:lvl4pPr indent="-381000" lvl="3" marL="1828800">
              <a:spcBef>
                <a:spcPts val="0"/>
              </a:spcBef>
              <a:spcAft>
                <a:spcPts val="0"/>
              </a:spcAft>
              <a:buClr>
                <a:schemeClr val="dk2"/>
              </a:buClr>
              <a:buSzPts val="2400"/>
              <a:buChar char="●"/>
              <a:defRPr sz="2400">
                <a:solidFill>
                  <a:schemeClr val="dk2"/>
                </a:solidFill>
              </a:defRPr>
            </a:lvl4pPr>
            <a:lvl5pPr indent="-381000" lvl="4" marL="2286000">
              <a:spcBef>
                <a:spcPts val="0"/>
              </a:spcBef>
              <a:spcAft>
                <a:spcPts val="0"/>
              </a:spcAft>
              <a:buClr>
                <a:schemeClr val="dk2"/>
              </a:buClr>
              <a:buSzPts val="2400"/>
              <a:buChar char="○"/>
              <a:defRPr sz="2400">
                <a:solidFill>
                  <a:schemeClr val="dk2"/>
                </a:solidFill>
              </a:defRPr>
            </a:lvl5pPr>
            <a:lvl6pPr indent="-381000" lvl="5" marL="2743200">
              <a:spcBef>
                <a:spcPts val="0"/>
              </a:spcBef>
              <a:spcAft>
                <a:spcPts val="0"/>
              </a:spcAft>
              <a:buClr>
                <a:schemeClr val="dk2"/>
              </a:buClr>
              <a:buSzPts val="2400"/>
              <a:buChar char="■"/>
              <a:defRPr sz="2400">
                <a:solidFill>
                  <a:schemeClr val="dk2"/>
                </a:solidFill>
              </a:defRPr>
            </a:lvl6pPr>
            <a:lvl7pPr indent="-381000" lvl="6" marL="3200400">
              <a:spcBef>
                <a:spcPts val="0"/>
              </a:spcBef>
              <a:spcAft>
                <a:spcPts val="0"/>
              </a:spcAft>
              <a:buClr>
                <a:schemeClr val="dk2"/>
              </a:buClr>
              <a:buSzPts val="2400"/>
              <a:buChar char="●"/>
              <a:defRPr sz="2400">
                <a:solidFill>
                  <a:schemeClr val="dk2"/>
                </a:solidFill>
              </a:defRPr>
            </a:lvl7pPr>
            <a:lvl8pPr indent="-381000" lvl="7" marL="3657600">
              <a:spcBef>
                <a:spcPts val="0"/>
              </a:spcBef>
              <a:spcAft>
                <a:spcPts val="0"/>
              </a:spcAft>
              <a:buClr>
                <a:schemeClr val="dk2"/>
              </a:buClr>
              <a:buSzPts val="2400"/>
              <a:buChar char="○"/>
              <a:defRPr sz="2400">
                <a:solidFill>
                  <a:schemeClr val="dk2"/>
                </a:solidFill>
              </a:defRPr>
            </a:lvl8pPr>
            <a:lvl9pPr indent="-381000" lvl="8" marL="4114800">
              <a:spcBef>
                <a:spcPts val="0"/>
              </a:spcBef>
              <a:spcAft>
                <a:spcPts val="0"/>
              </a:spcAft>
              <a:buClr>
                <a:schemeClr val="dk2"/>
              </a:buClr>
              <a:buSzPts val="2400"/>
              <a:buChar char="■"/>
              <a:defRPr sz="2400">
                <a:solidFill>
                  <a:schemeClr val="dk2"/>
                </a:solidFill>
              </a:defRPr>
            </a:lvl9pPr>
          </a:lstStyle>
          <a:p/>
        </p:txBody>
      </p:sp>
      <p:sp>
        <p:nvSpPr>
          <p:cNvPr id="160" name="Google Shape;160;p30"/>
          <p:cNvSpPr txBox="1"/>
          <p:nvPr>
            <p:ph idx="4" type="subTitle"/>
          </p:nvPr>
        </p:nvSpPr>
        <p:spPr>
          <a:xfrm>
            <a:off x="959700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61" name="Shape 161"/>
        <p:cNvGrpSpPr/>
        <p:nvPr/>
      </p:nvGrpSpPr>
      <p:grpSpPr>
        <a:xfrm>
          <a:off x="0" y="0"/>
          <a:ext cx="0" cy="0"/>
          <a:chOff x="0" y="0"/>
          <a:chExt cx="0" cy="0"/>
        </a:xfrm>
      </p:grpSpPr>
      <p:sp>
        <p:nvSpPr>
          <p:cNvPr id="162" name="Google Shape;162;p31"/>
          <p:cNvSpPr/>
          <p:nvPr/>
        </p:nvSpPr>
        <p:spPr>
          <a:xfrm>
            <a:off x="0" y="8127900"/>
            <a:ext cx="61200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63" name="Google Shape;163;p31"/>
          <p:cNvSpPr/>
          <p:nvPr>
            <p:ph idx="2" type="pic"/>
          </p:nvPr>
        </p:nvSpPr>
        <p:spPr>
          <a:xfrm>
            <a:off x="0" y="1419950"/>
            <a:ext cx="6087600" cy="6693000"/>
          </a:xfrm>
          <a:prstGeom prst="rect">
            <a:avLst/>
          </a:prstGeom>
          <a:noFill/>
          <a:ln>
            <a:noFill/>
          </a:ln>
        </p:spPr>
      </p:sp>
      <p:cxnSp>
        <p:nvCxnSpPr>
          <p:cNvPr id="164" name="Google Shape;164;p31"/>
          <p:cNvCxnSpPr/>
          <p:nvPr/>
        </p:nvCxnSpPr>
        <p:spPr>
          <a:xfrm>
            <a:off x="6097050" y="1407300"/>
            <a:ext cx="0" cy="8897400"/>
          </a:xfrm>
          <a:prstGeom prst="straightConnector1">
            <a:avLst/>
          </a:prstGeom>
          <a:noFill/>
          <a:ln cap="flat" cmpd="sng" w="9525">
            <a:solidFill>
              <a:schemeClr val="dk1"/>
            </a:solidFill>
            <a:prstDash val="solid"/>
            <a:round/>
            <a:headEnd len="med" w="med" type="none"/>
            <a:tailEnd len="med" w="med" type="none"/>
          </a:ln>
        </p:spPr>
      </p:cxnSp>
      <p:cxnSp>
        <p:nvCxnSpPr>
          <p:cNvPr id="165" name="Google Shape;165;p31"/>
          <p:cNvCxnSpPr/>
          <p:nvPr/>
        </p:nvCxnSpPr>
        <p:spPr>
          <a:xfrm>
            <a:off x="12181150" y="1407300"/>
            <a:ext cx="0" cy="8897400"/>
          </a:xfrm>
          <a:prstGeom prst="straightConnector1">
            <a:avLst/>
          </a:prstGeom>
          <a:noFill/>
          <a:ln cap="flat" cmpd="sng" w="9525">
            <a:solidFill>
              <a:schemeClr val="dk1"/>
            </a:solidFill>
            <a:prstDash val="solid"/>
            <a:round/>
            <a:headEnd len="med" w="med" type="none"/>
            <a:tailEnd len="med" w="med" type="none"/>
          </a:ln>
        </p:spPr>
      </p:cxnSp>
      <p:cxnSp>
        <p:nvCxnSpPr>
          <p:cNvPr id="166" name="Google Shape;166;p31"/>
          <p:cNvCxnSpPr/>
          <p:nvPr/>
        </p:nvCxnSpPr>
        <p:spPr>
          <a:xfrm rot="10800000">
            <a:off x="0" y="1409450"/>
            <a:ext cx="18304800" cy="0"/>
          </a:xfrm>
          <a:prstGeom prst="straightConnector1">
            <a:avLst/>
          </a:prstGeom>
          <a:noFill/>
          <a:ln cap="flat" cmpd="sng" w="9525">
            <a:solidFill>
              <a:schemeClr val="dk1"/>
            </a:solidFill>
            <a:prstDash val="solid"/>
            <a:round/>
            <a:headEnd len="med" w="med" type="none"/>
            <a:tailEnd len="med" w="med" type="none"/>
          </a:ln>
        </p:spPr>
      </p:cxnSp>
      <p:sp>
        <p:nvSpPr>
          <p:cNvPr id="167" name="Google Shape;167;p31"/>
          <p:cNvSpPr txBox="1"/>
          <p:nvPr>
            <p:ph type="title"/>
          </p:nvPr>
        </p:nvSpPr>
        <p:spPr>
          <a:xfrm>
            <a:off x="323700" y="83128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68" name="Google Shape;168;p31"/>
          <p:cNvSpPr txBox="1"/>
          <p:nvPr>
            <p:ph idx="1" type="body"/>
          </p:nvPr>
        </p:nvSpPr>
        <p:spPr>
          <a:xfrm>
            <a:off x="323700" y="9252381"/>
            <a:ext cx="54534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sp>
        <p:nvSpPr>
          <p:cNvPr id="169" name="Google Shape;169;p31"/>
          <p:cNvSpPr/>
          <p:nvPr/>
        </p:nvSpPr>
        <p:spPr>
          <a:xfrm>
            <a:off x="12191450" y="8127900"/>
            <a:ext cx="61200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70" name="Google Shape;170;p31"/>
          <p:cNvSpPr/>
          <p:nvPr>
            <p:ph idx="3" type="pic"/>
          </p:nvPr>
        </p:nvSpPr>
        <p:spPr>
          <a:xfrm>
            <a:off x="12191450" y="1419950"/>
            <a:ext cx="6087600" cy="6693000"/>
          </a:xfrm>
          <a:prstGeom prst="rect">
            <a:avLst/>
          </a:prstGeom>
          <a:noFill/>
          <a:ln>
            <a:noFill/>
          </a:ln>
        </p:spPr>
      </p:sp>
      <p:sp>
        <p:nvSpPr>
          <p:cNvPr id="171" name="Google Shape;171;p31"/>
          <p:cNvSpPr txBox="1"/>
          <p:nvPr>
            <p:ph idx="4" type="title"/>
          </p:nvPr>
        </p:nvSpPr>
        <p:spPr>
          <a:xfrm>
            <a:off x="12515150" y="83128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72" name="Google Shape;172;p31"/>
          <p:cNvSpPr txBox="1"/>
          <p:nvPr>
            <p:ph idx="5" type="body"/>
          </p:nvPr>
        </p:nvSpPr>
        <p:spPr>
          <a:xfrm>
            <a:off x="12515150" y="9252381"/>
            <a:ext cx="54534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sp>
        <p:nvSpPr>
          <p:cNvPr id="173" name="Google Shape;173;p31"/>
          <p:cNvSpPr/>
          <p:nvPr>
            <p:ph idx="6" type="pic"/>
          </p:nvPr>
        </p:nvSpPr>
        <p:spPr>
          <a:xfrm>
            <a:off x="6107800" y="3588300"/>
            <a:ext cx="6061200" cy="6698400"/>
          </a:xfrm>
          <a:prstGeom prst="rect">
            <a:avLst/>
          </a:prstGeom>
          <a:noFill/>
          <a:ln>
            <a:noFill/>
          </a:ln>
        </p:spPr>
      </p:sp>
      <p:sp>
        <p:nvSpPr>
          <p:cNvPr id="174" name="Google Shape;174;p31"/>
          <p:cNvSpPr/>
          <p:nvPr/>
        </p:nvSpPr>
        <p:spPr>
          <a:xfrm>
            <a:off x="6108500" y="1418759"/>
            <a:ext cx="60612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75" name="Google Shape;175;p31"/>
          <p:cNvSpPr txBox="1"/>
          <p:nvPr>
            <p:ph idx="7" type="title"/>
          </p:nvPr>
        </p:nvSpPr>
        <p:spPr>
          <a:xfrm>
            <a:off x="6429090" y="1603756"/>
            <a:ext cx="54012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76" name="Google Shape;176;p31"/>
          <p:cNvSpPr txBox="1"/>
          <p:nvPr>
            <p:ph idx="8" type="body"/>
          </p:nvPr>
        </p:nvSpPr>
        <p:spPr>
          <a:xfrm>
            <a:off x="6429090" y="2543240"/>
            <a:ext cx="54012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cxnSp>
        <p:nvCxnSpPr>
          <p:cNvPr id="177" name="Google Shape;177;p31"/>
          <p:cNvCxnSpPr/>
          <p:nvPr/>
        </p:nvCxnSpPr>
        <p:spPr>
          <a:xfrm rot="10800000">
            <a:off x="6098500" y="3583650"/>
            <a:ext cx="6082800" cy="0"/>
          </a:xfrm>
          <a:prstGeom prst="straightConnector1">
            <a:avLst/>
          </a:prstGeom>
          <a:noFill/>
          <a:ln cap="flat" cmpd="sng" w="9525">
            <a:solidFill>
              <a:schemeClr val="dk1"/>
            </a:solidFill>
            <a:prstDash val="solid"/>
            <a:round/>
            <a:headEnd len="med" w="med" type="none"/>
            <a:tailEnd len="med" w="med" type="none"/>
          </a:ln>
        </p:spPr>
      </p:cxnSp>
      <p:cxnSp>
        <p:nvCxnSpPr>
          <p:cNvPr id="178" name="Google Shape;178;p31"/>
          <p:cNvCxnSpPr/>
          <p:nvPr/>
        </p:nvCxnSpPr>
        <p:spPr>
          <a:xfrm rot="10800000">
            <a:off x="0" y="8123950"/>
            <a:ext cx="18304800" cy="0"/>
          </a:xfrm>
          <a:prstGeom prst="straightConnector1">
            <a:avLst/>
          </a:prstGeom>
          <a:noFill/>
          <a:ln cap="flat" cmpd="sng" w="9525">
            <a:solidFill>
              <a:schemeClr val="dk1"/>
            </a:solidFill>
            <a:prstDash val="solid"/>
            <a:round/>
            <a:headEnd len="med" w="med" type="none"/>
            <a:tailEnd len="med" w="med" type="none"/>
          </a:ln>
        </p:spPr>
      </p:cxnSp>
      <p:sp>
        <p:nvSpPr>
          <p:cNvPr id="179" name="Google Shape;179;p31"/>
          <p:cNvSpPr txBox="1"/>
          <p:nvPr>
            <p:ph idx="9" type="title"/>
          </p:nvPr>
        </p:nvSpPr>
        <p:spPr>
          <a:xfrm>
            <a:off x="4995750" y="291600"/>
            <a:ext cx="9583200" cy="9330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80" name="Shape 180"/>
        <p:cNvGrpSpPr/>
        <p:nvPr/>
      </p:nvGrpSpPr>
      <p:grpSpPr>
        <a:xfrm>
          <a:off x="0" y="0"/>
          <a:ext cx="0" cy="0"/>
          <a:chOff x="0" y="0"/>
          <a:chExt cx="0" cy="0"/>
        </a:xfrm>
      </p:grpSpPr>
      <p:sp>
        <p:nvSpPr>
          <p:cNvPr id="181" name="Google Shape;181;p32"/>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82" name="Google Shape;182;p3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2"/>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4" name="Google Shape;184;p32"/>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185" name="Google Shape;185;p32"/>
          <p:cNvSpPr txBox="1"/>
          <p:nvPr>
            <p:ph idx="3" type="title"/>
          </p:nvPr>
        </p:nvSpPr>
        <p:spPr>
          <a:xfrm>
            <a:off x="9603600" y="32880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Clr>
                <a:schemeClr val="lt1"/>
              </a:buClr>
              <a:buSzPts val="4000"/>
              <a:buNone/>
              <a:defRPr sz="4000">
                <a:solidFill>
                  <a:schemeClr val="lt1"/>
                </a:solidFill>
              </a:defRPr>
            </a:lvl1pPr>
            <a:lvl2pPr lvl="1" algn="ctr">
              <a:lnSpc>
                <a:spcPct val="80000"/>
              </a:lnSpc>
              <a:spcBef>
                <a:spcPts val="0"/>
              </a:spcBef>
              <a:spcAft>
                <a:spcPts val="0"/>
              </a:spcAft>
              <a:buClr>
                <a:schemeClr val="lt1"/>
              </a:buClr>
              <a:buSzPts val="4000"/>
              <a:buNone/>
              <a:defRPr sz="4000">
                <a:solidFill>
                  <a:schemeClr val="lt1"/>
                </a:solidFill>
              </a:defRPr>
            </a:lvl2pPr>
            <a:lvl3pPr lvl="2" algn="ctr">
              <a:lnSpc>
                <a:spcPct val="80000"/>
              </a:lnSpc>
              <a:spcBef>
                <a:spcPts val="0"/>
              </a:spcBef>
              <a:spcAft>
                <a:spcPts val="0"/>
              </a:spcAft>
              <a:buClr>
                <a:schemeClr val="lt1"/>
              </a:buClr>
              <a:buSzPts val="4000"/>
              <a:buNone/>
              <a:defRPr sz="4000">
                <a:solidFill>
                  <a:schemeClr val="lt1"/>
                </a:solidFill>
              </a:defRPr>
            </a:lvl3pPr>
            <a:lvl4pPr lvl="3" algn="ctr">
              <a:lnSpc>
                <a:spcPct val="80000"/>
              </a:lnSpc>
              <a:spcBef>
                <a:spcPts val="0"/>
              </a:spcBef>
              <a:spcAft>
                <a:spcPts val="0"/>
              </a:spcAft>
              <a:buClr>
                <a:schemeClr val="lt1"/>
              </a:buClr>
              <a:buSzPts val="4000"/>
              <a:buNone/>
              <a:defRPr sz="4000">
                <a:solidFill>
                  <a:schemeClr val="lt1"/>
                </a:solidFill>
              </a:defRPr>
            </a:lvl4pPr>
            <a:lvl5pPr lvl="4" algn="ctr">
              <a:lnSpc>
                <a:spcPct val="80000"/>
              </a:lnSpc>
              <a:spcBef>
                <a:spcPts val="0"/>
              </a:spcBef>
              <a:spcAft>
                <a:spcPts val="0"/>
              </a:spcAft>
              <a:buClr>
                <a:schemeClr val="lt1"/>
              </a:buClr>
              <a:buSzPts val="4000"/>
              <a:buNone/>
              <a:defRPr sz="4000">
                <a:solidFill>
                  <a:schemeClr val="lt1"/>
                </a:solidFill>
              </a:defRPr>
            </a:lvl5pPr>
            <a:lvl6pPr lvl="5" algn="ctr">
              <a:lnSpc>
                <a:spcPct val="80000"/>
              </a:lnSpc>
              <a:spcBef>
                <a:spcPts val="0"/>
              </a:spcBef>
              <a:spcAft>
                <a:spcPts val="0"/>
              </a:spcAft>
              <a:buClr>
                <a:schemeClr val="lt1"/>
              </a:buClr>
              <a:buSzPts val="4000"/>
              <a:buNone/>
              <a:defRPr sz="4000">
                <a:solidFill>
                  <a:schemeClr val="lt1"/>
                </a:solidFill>
              </a:defRPr>
            </a:lvl6pPr>
            <a:lvl7pPr lvl="6" algn="ctr">
              <a:lnSpc>
                <a:spcPct val="80000"/>
              </a:lnSpc>
              <a:spcBef>
                <a:spcPts val="0"/>
              </a:spcBef>
              <a:spcAft>
                <a:spcPts val="0"/>
              </a:spcAft>
              <a:buClr>
                <a:schemeClr val="lt1"/>
              </a:buClr>
              <a:buSzPts val="4000"/>
              <a:buNone/>
              <a:defRPr sz="4000">
                <a:solidFill>
                  <a:schemeClr val="lt1"/>
                </a:solidFill>
              </a:defRPr>
            </a:lvl7pPr>
            <a:lvl8pPr lvl="7" algn="ctr">
              <a:lnSpc>
                <a:spcPct val="80000"/>
              </a:lnSpc>
              <a:spcBef>
                <a:spcPts val="0"/>
              </a:spcBef>
              <a:spcAft>
                <a:spcPts val="0"/>
              </a:spcAft>
              <a:buClr>
                <a:schemeClr val="lt1"/>
              </a:buClr>
              <a:buSzPts val="4000"/>
              <a:buNone/>
              <a:defRPr sz="4000">
                <a:solidFill>
                  <a:schemeClr val="lt1"/>
                </a:solidFill>
              </a:defRPr>
            </a:lvl8pPr>
            <a:lvl9pPr lvl="8" algn="ctr">
              <a:lnSpc>
                <a:spcPct val="80000"/>
              </a:lnSpc>
              <a:spcBef>
                <a:spcPts val="0"/>
              </a:spcBef>
              <a:spcAft>
                <a:spcPts val="0"/>
              </a:spcAft>
              <a:buClr>
                <a:schemeClr val="lt1"/>
              </a:buClr>
              <a:buSzPts val="4000"/>
              <a:buNone/>
              <a:defRPr sz="4000">
                <a:solidFill>
                  <a:schemeClr val="lt1"/>
                </a:solidFill>
              </a:defRPr>
            </a:lvl9pPr>
          </a:lstStyle>
          <a:p/>
        </p:txBody>
      </p:sp>
      <p:sp>
        <p:nvSpPr>
          <p:cNvPr id="186" name="Google Shape;186;p32"/>
          <p:cNvSpPr txBox="1"/>
          <p:nvPr>
            <p:ph idx="1" type="body"/>
          </p:nvPr>
        </p:nvSpPr>
        <p:spPr>
          <a:xfrm>
            <a:off x="9611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Clr>
                <a:schemeClr val="lt1"/>
              </a:buClr>
              <a:buSzPts val="3200"/>
              <a:buChar char="●"/>
              <a:defRPr sz="3200">
                <a:solidFill>
                  <a:schemeClr val="lt1"/>
                </a:solidFill>
              </a:defRPr>
            </a:lvl1pPr>
            <a:lvl2pPr indent="-431800" lvl="1" marL="914400" algn="ctr">
              <a:spcBef>
                <a:spcPts val="0"/>
              </a:spcBef>
              <a:spcAft>
                <a:spcPts val="0"/>
              </a:spcAft>
              <a:buClr>
                <a:schemeClr val="lt1"/>
              </a:buClr>
              <a:buSzPts val="3200"/>
              <a:buChar char="○"/>
              <a:defRPr sz="3200">
                <a:solidFill>
                  <a:schemeClr val="lt1"/>
                </a:solidFill>
              </a:defRPr>
            </a:lvl2pPr>
            <a:lvl3pPr indent="-431800" lvl="2" marL="1371600" algn="ctr">
              <a:spcBef>
                <a:spcPts val="0"/>
              </a:spcBef>
              <a:spcAft>
                <a:spcPts val="0"/>
              </a:spcAft>
              <a:buClr>
                <a:schemeClr val="lt1"/>
              </a:buClr>
              <a:buSzPts val="3200"/>
              <a:buChar char="■"/>
              <a:defRPr sz="3200">
                <a:solidFill>
                  <a:schemeClr val="lt1"/>
                </a:solidFill>
              </a:defRPr>
            </a:lvl3pPr>
            <a:lvl4pPr indent="-431800" lvl="3" marL="1828800" algn="ctr">
              <a:spcBef>
                <a:spcPts val="0"/>
              </a:spcBef>
              <a:spcAft>
                <a:spcPts val="0"/>
              </a:spcAft>
              <a:buClr>
                <a:schemeClr val="lt1"/>
              </a:buClr>
              <a:buSzPts val="3200"/>
              <a:buChar char="●"/>
              <a:defRPr sz="3200">
                <a:solidFill>
                  <a:schemeClr val="lt1"/>
                </a:solidFill>
              </a:defRPr>
            </a:lvl4pPr>
            <a:lvl5pPr indent="-431800" lvl="4" marL="2286000" algn="ctr">
              <a:spcBef>
                <a:spcPts val="0"/>
              </a:spcBef>
              <a:spcAft>
                <a:spcPts val="0"/>
              </a:spcAft>
              <a:buClr>
                <a:schemeClr val="lt1"/>
              </a:buClr>
              <a:buSzPts val="3200"/>
              <a:buChar char="○"/>
              <a:defRPr sz="3200">
                <a:solidFill>
                  <a:schemeClr val="lt1"/>
                </a:solidFill>
              </a:defRPr>
            </a:lvl5pPr>
            <a:lvl6pPr indent="-431800" lvl="5" marL="2743200" algn="ctr">
              <a:spcBef>
                <a:spcPts val="0"/>
              </a:spcBef>
              <a:spcAft>
                <a:spcPts val="0"/>
              </a:spcAft>
              <a:buClr>
                <a:schemeClr val="lt1"/>
              </a:buClr>
              <a:buSzPts val="3200"/>
              <a:buChar char="■"/>
              <a:defRPr sz="3200">
                <a:solidFill>
                  <a:schemeClr val="lt1"/>
                </a:solidFill>
              </a:defRPr>
            </a:lvl6pPr>
            <a:lvl7pPr indent="-431800" lvl="6" marL="3200400" algn="ctr">
              <a:spcBef>
                <a:spcPts val="0"/>
              </a:spcBef>
              <a:spcAft>
                <a:spcPts val="0"/>
              </a:spcAft>
              <a:buClr>
                <a:schemeClr val="lt1"/>
              </a:buClr>
              <a:buSzPts val="3200"/>
              <a:buChar char="●"/>
              <a:defRPr sz="3200">
                <a:solidFill>
                  <a:schemeClr val="lt1"/>
                </a:solidFill>
              </a:defRPr>
            </a:lvl7pPr>
            <a:lvl8pPr indent="-431800" lvl="7" marL="3657600" algn="ctr">
              <a:spcBef>
                <a:spcPts val="0"/>
              </a:spcBef>
              <a:spcAft>
                <a:spcPts val="0"/>
              </a:spcAft>
              <a:buClr>
                <a:schemeClr val="lt1"/>
              </a:buClr>
              <a:buSzPts val="3200"/>
              <a:buChar char="○"/>
              <a:defRPr sz="3200">
                <a:solidFill>
                  <a:schemeClr val="lt1"/>
                </a:solidFill>
              </a:defRPr>
            </a:lvl8pPr>
            <a:lvl9pPr indent="-431800" lvl="8" marL="4114800" algn="ctr">
              <a:spcBef>
                <a:spcPts val="0"/>
              </a:spcBef>
              <a:spcAft>
                <a:spcPts val="0"/>
              </a:spcAft>
              <a:buClr>
                <a:schemeClr val="lt1"/>
              </a:buClr>
              <a:buSzPts val="3200"/>
              <a:buChar char="■"/>
              <a:defRPr sz="3200">
                <a:solidFill>
                  <a:schemeClr val="lt1"/>
                </a:solidFill>
              </a:defRPr>
            </a:lvl9pPr>
          </a:lstStyle>
          <a:p/>
        </p:txBody>
      </p:sp>
      <p:sp>
        <p:nvSpPr>
          <p:cNvPr id="187" name="Google Shape;187;p32"/>
          <p:cNvSpPr txBox="1"/>
          <p:nvPr>
            <p:ph idx="4" type="title"/>
          </p:nvPr>
        </p:nvSpPr>
        <p:spPr>
          <a:xfrm>
            <a:off x="9603600" y="675940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88" name="Google Shape;188;p32"/>
          <p:cNvSpPr txBox="1"/>
          <p:nvPr>
            <p:ph idx="5" type="title"/>
          </p:nvPr>
        </p:nvSpPr>
        <p:spPr>
          <a:xfrm>
            <a:off x="459600" y="32880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4000"/>
              <a:buNone/>
              <a:defRPr sz="4000"/>
            </a:lvl1pPr>
            <a:lvl2pPr lvl="1" algn="ctr">
              <a:lnSpc>
                <a:spcPct val="80000"/>
              </a:lnSpc>
              <a:spcBef>
                <a:spcPts val="0"/>
              </a:spcBef>
              <a:spcAft>
                <a:spcPts val="0"/>
              </a:spcAft>
              <a:buSzPts val="4000"/>
              <a:buNone/>
              <a:defRPr sz="4000"/>
            </a:lvl2pPr>
            <a:lvl3pPr lvl="2" algn="ctr">
              <a:lnSpc>
                <a:spcPct val="80000"/>
              </a:lnSpc>
              <a:spcBef>
                <a:spcPts val="0"/>
              </a:spcBef>
              <a:spcAft>
                <a:spcPts val="0"/>
              </a:spcAft>
              <a:buSzPts val="4000"/>
              <a:buNone/>
              <a:defRPr sz="4000"/>
            </a:lvl3pPr>
            <a:lvl4pPr lvl="3" algn="ctr">
              <a:lnSpc>
                <a:spcPct val="80000"/>
              </a:lnSpc>
              <a:spcBef>
                <a:spcPts val="0"/>
              </a:spcBef>
              <a:spcAft>
                <a:spcPts val="0"/>
              </a:spcAft>
              <a:buSzPts val="4000"/>
              <a:buNone/>
              <a:defRPr sz="4000"/>
            </a:lvl4pPr>
            <a:lvl5pPr lvl="4" algn="ctr">
              <a:lnSpc>
                <a:spcPct val="80000"/>
              </a:lnSpc>
              <a:spcBef>
                <a:spcPts val="0"/>
              </a:spcBef>
              <a:spcAft>
                <a:spcPts val="0"/>
              </a:spcAft>
              <a:buSzPts val="4000"/>
              <a:buNone/>
              <a:defRPr sz="4000"/>
            </a:lvl5pPr>
            <a:lvl6pPr lvl="5" algn="ctr">
              <a:lnSpc>
                <a:spcPct val="80000"/>
              </a:lnSpc>
              <a:spcBef>
                <a:spcPts val="0"/>
              </a:spcBef>
              <a:spcAft>
                <a:spcPts val="0"/>
              </a:spcAft>
              <a:buSzPts val="4000"/>
              <a:buNone/>
              <a:defRPr sz="4000"/>
            </a:lvl6pPr>
            <a:lvl7pPr lvl="6" algn="ctr">
              <a:lnSpc>
                <a:spcPct val="80000"/>
              </a:lnSpc>
              <a:spcBef>
                <a:spcPts val="0"/>
              </a:spcBef>
              <a:spcAft>
                <a:spcPts val="0"/>
              </a:spcAft>
              <a:buSzPts val="4000"/>
              <a:buNone/>
              <a:defRPr sz="4000"/>
            </a:lvl7pPr>
            <a:lvl8pPr lvl="7" algn="ctr">
              <a:lnSpc>
                <a:spcPct val="80000"/>
              </a:lnSpc>
              <a:spcBef>
                <a:spcPts val="0"/>
              </a:spcBef>
              <a:spcAft>
                <a:spcPts val="0"/>
              </a:spcAft>
              <a:buSzPts val="4000"/>
              <a:buNone/>
              <a:defRPr sz="4000"/>
            </a:lvl8pPr>
            <a:lvl9pPr lvl="8" algn="ctr">
              <a:lnSpc>
                <a:spcPct val="80000"/>
              </a:lnSpc>
              <a:spcBef>
                <a:spcPts val="0"/>
              </a:spcBef>
              <a:spcAft>
                <a:spcPts val="0"/>
              </a:spcAft>
              <a:buSzPts val="4000"/>
              <a:buNone/>
              <a:defRPr sz="4000"/>
            </a:lvl9pPr>
          </a:lstStyle>
          <a:p/>
        </p:txBody>
      </p:sp>
      <p:sp>
        <p:nvSpPr>
          <p:cNvPr id="189" name="Google Shape;189;p32"/>
          <p:cNvSpPr txBox="1"/>
          <p:nvPr>
            <p:ph idx="6" type="body"/>
          </p:nvPr>
        </p:nvSpPr>
        <p:spPr>
          <a:xfrm>
            <a:off x="467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
        <p:nvSpPr>
          <p:cNvPr id="190" name="Google Shape;190;p32"/>
          <p:cNvSpPr txBox="1"/>
          <p:nvPr>
            <p:ph idx="7" type="title"/>
          </p:nvPr>
        </p:nvSpPr>
        <p:spPr>
          <a:xfrm>
            <a:off x="459600" y="675940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91" name="Shape 191"/>
        <p:cNvGrpSpPr/>
        <p:nvPr/>
      </p:nvGrpSpPr>
      <p:grpSpPr>
        <a:xfrm>
          <a:off x="0" y="0"/>
          <a:ext cx="0" cy="0"/>
          <a:chOff x="0" y="0"/>
          <a:chExt cx="0" cy="0"/>
        </a:xfrm>
      </p:grpSpPr>
      <p:sp>
        <p:nvSpPr>
          <p:cNvPr id="192" name="Google Shape;192;p33"/>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93" name="Google Shape;193;p3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3"/>
          <p:cNvSpPr txBox="1"/>
          <p:nvPr>
            <p:ph idx="1" type="body"/>
          </p:nvPr>
        </p:nvSpPr>
        <p:spPr>
          <a:xfrm>
            <a:off x="9611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Clr>
                <a:schemeClr val="lt1"/>
              </a:buClr>
              <a:buSzPts val="3200"/>
              <a:buChar char="●"/>
              <a:defRPr sz="3200">
                <a:solidFill>
                  <a:schemeClr val="lt1"/>
                </a:solidFill>
              </a:defRPr>
            </a:lvl1pPr>
            <a:lvl2pPr indent="-431800" lvl="1" marL="914400" algn="ctr">
              <a:spcBef>
                <a:spcPts val="0"/>
              </a:spcBef>
              <a:spcAft>
                <a:spcPts val="0"/>
              </a:spcAft>
              <a:buClr>
                <a:schemeClr val="lt1"/>
              </a:buClr>
              <a:buSzPts val="3200"/>
              <a:buChar char="○"/>
              <a:defRPr sz="3200">
                <a:solidFill>
                  <a:schemeClr val="lt1"/>
                </a:solidFill>
              </a:defRPr>
            </a:lvl2pPr>
            <a:lvl3pPr indent="-431800" lvl="2" marL="1371600" algn="ctr">
              <a:spcBef>
                <a:spcPts val="0"/>
              </a:spcBef>
              <a:spcAft>
                <a:spcPts val="0"/>
              </a:spcAft>
              <a:buClr>
                <a:schemeClr val="lt1"/>
              </a:buClr>
              <a:buSzPts val="3200"/>
              <a:buChar char="■"/>
              <a:defRPr sz="3200">
                <a:solidFill>
                  <a:schemeClr val="lt1"/>
                </a:solidFill>
              </a:defRPr>
            </a:lvl3pPr>
            <a:lvl4pPr indent="-431800" lvl="3" marL="1828800" algn="ctr">
              <a:spcBef>
                <a:spcPts val="0"/>
              </a:spcBef>
              <a:spcAft>
                <a:spcPts val="0"/>
              </a:spcAft>
              <a:buClr>
                <a:schemeClr val="lt1"/>
              </a:buClr>
              <a:buSzPts val="3200"/>
              <a:buChar char="●"/>
              <a:defRPr sz="3200">
                <a:solidFill>
                  <a:schemeClr val="lt1"/>
                </a:solidFill>
              </a:defRPr>
            </a:lvl4pPr>
            <a:lvl5pPr indent="-431800" lvl="4" marL="2286000" algn="ctr">
              <a:spcBef>
                <a:spcPts val="0"/>
              </a:spcBef>
              <a:spcAft>
                <a:spcPts val="0"/>
              </a:spcAft>
              <a:buClr>
                <a:schemeClr val="lt1"/>
              </a:buClr>
              <a:buSzPts val="3200"/>
              <a:buChar char="○"/>
              <a:defRPr sz="3200">
                <a:solidFill>
                  <a:schemeClr val="lt1"/>
                </a:solidFill>
              </a:defRPr>
            </a:lvl5pPr>
            <a:lvl6pPr indent="-431800" lvl="5" marL="2743200" algn="ctr">
              <a:spcBef>
                <a:spcPts val="0"/>
              </a:spcBef>
              <a:spcAft>
                <a:spcPts val="0"/>
              </a:spcAft>
              <a:buClr>
                <a:schemeClr val="lt1"/>
              </a:buClr>
              <a:buSzPts val="3200"/>
              <a:buChar char="■"/>
              <a:defRPr sz="3200">
                <a:solidFill>
                  <a:schemeClr val="lt1"/>
                </a:solidFill>
              </a:defRPr>
            </a:lvl6pPr>
            <a:lvl7pPr indent="-431800" lvl="6" marL="3200400" algn="ctr">
              <a:spcBef>
                <a:spcPts val="0"/>
              </a:spcBef>
              <a:spcAft>
                <a:spcPts val="0"/>
              </a:spcAft>
              <a:buClr>
                <a:schemeClr val="lt1"/>
              </a:buClr>
              <a:buSzPts val="3200"/>
              <a:buChar char="●"/>
              <a:defRPr sz="3200">
                <a:solidFill>
                  <a:schemeClr val="lt1"/>
                </a:solidFill>
              </a:defRPr>
            </a:lvl7pPr>
            <a:lvl8pPr indent="-431800" lvl="7" marL="3657600" algn="ctr">
              <a:spcBef>
                <a:spcPts val="0"/>
              </a:spcBef>
              <a:spcAft>
                <a:spcPts val="0"/>
              </a:spcAft>
              <a:buClr>
                <a:schemeClr val="lt1"/>
              </a:buClr>
              <a:buSzPts val="3200"/>
              <a:buChar char="○"/>
              <a:defRPr sz="3200">
                <a:solidFill>
                  <a:schemeClr val="lt1"/>
                </a:solidFill>
              </a:defRPr>
            </a:lvl8pPr>
            <a:lvl9pPr indent="-431800" lvl="8" marL="4114800" algn="ctr">
              <a:spcBef>
                <a:spcPts val="0"/>
              </a:spcBef>
              <a:spcAft>
                <a:spcPts val="0"/>
              </a:spcAft>
              <a:buClr>
                <a:schemeClr val="lt1"/>
              </a:buClr>
              <a:buSzPts val="3200"/>
              <a:buChar char="■"/>
              <a:defRPr sz="3200">
                <a:solidFill>
                  <a:schemeClr val="lt1"/>
                </a:solidFill>
              </a:defRPr>
            </a:lvl9pPr>
          </a:lstStyle>
          <a:p/>
        </p:txBody>
      </p:sp>
      <p:sp>
        <p:nvSpPr>
          <p:cNvPr id="195" name="Google Shape;195;p33"/>
          <p:cNvSpPr txBox="1"/>
          <p:nvPr>
            <p:ph type="title"/>
          </p:nvPr>
        </p:nvSpPr>
        <p:spPr>
          <a:xfrm>
            <a:off x="459600" y="17912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4000"/>
              <a:buNone/>
              <a:defRPr sz="4000"/>
            </a:lvl1pPr>
            <a:lvl2pPr lvl="1" algn="ctr">
              <a:lnSpc>
                <a:spcPct val="80000"/>
              </a:lnSpc>
              <a:spcBef>
                <a:spcPts val="0"/>
              </a:spcBef>
              <a:spcAft>
                <a:spcPts val="0"/>
              </a:spcAft>
              <a:buSzPts val="4000"/>
              <a:buNone/>
              <a:defRPr sz="4000"/>
            </a:lvl2pPr>
            <a:lvl3pPr lvl="2" algn="ctr">
              <a:lnSpc>
                <a:spcPct val="80000"/>
              </a:lnSpc>
              <a:spcBef>
                <a:spcPts val="0"/>
              </a:spcBef>
              <a:spcAft>
                <a:spcPts val="0"/>
              </a:spcAft>
              <a:buSzPts val="4000"/>
              <a:buNone/>
              <a:defRPr sz="4000"/>
            </a:lvl3pPr>
            <a:lvl4pPr lvl="3" algn="ctr">
              <a:lnSpc>
                <a:spcPct val="80000"/>
              </a:lnSpc>
              <a:spcBef>
                <a:spcPts val="0"/>
              </a:spcBef>
              <a:spcAft>
                <a:spcPts val="0"/>
              </a:spcAft>
              <a:buSzPts val="4000"/>
              <a:buNone/>
              <a:defRPr sz="4000"/>
            </a:lvl4pPr>
            <a:lvl5pPr lvl="4" algn="ctr">
              <a:lnSpc>
                <a:spcPct val="80000"/>
              </a:lnSpc>
              <a:spcBef>
                <a:spcPts val="0"/>
              </a:spcBef>
              <a:spcAft>
                <a:spcPts val="0"/>
              </a:spcAft>
              <a:buSzPts val="4000"/>
              <a:buNone/>
              <a:defRPr sz="4000"/>
            </a:lvl5pPr>
            <a:lvl6pPr lvl="5" algn="ctr">
              <a:lnSpc>
                <a:spcPct val="80000"/>
              </a:lnSpc>
              <a:spcBef>
                <a:spcPts val="0"/>
              </a:spcBef>
              <a:spcAft>
                <a:spcPts val="0"/>
              </a:spcAft>
              <a:buSzPts val="4000"/>
              <a:buNone/>
              <a:defRPr sz="4000"/>
            </a:lvl6pPr>
            <a:lvl7pPr lvl="6" algn="ctr">
              <a:lnSpc>
                <a:spcPct val="80000"/>
              </a:lnSpc>
              <a:spcBef>
                <a:spcPts val="0"/>
              </a:spcBef>
              <a:spcAft>
                <a:spcPts val="0"/>
              </a:spcAft>
              <a:buSzPts val="4000"/>
              <a:buNone/>
              <a:defRPr sz="4000"/>
            </a:lvl7pPr>
            <a:lvl8pPr lvl="7" algn="ctr">
              <a:lnSpc>
                <a:spcPct val="80000"/>
              </a:lnSpc>
              <a:spcBef>
                <a:spcPts val="0"/>
              </a:spcBef>
              <a:spcAft>
                <a:spcPts val="0"/>
              </a:spcAft>
              <a:buSzPts val="4000"/>
              <a:buNone/>
              <a:defRPr sz="4000"/>
            </a:lvl8pPr>
            <a:lvl9pPr lvl="8" algn="ctr">
              <a:lnSpc>
                <a:spcPct val="80000"/>
              </a:lnSpc>
              <a:spcBef>
                <a:spcPts val="0"/>
              </a:spcBef>
              <a:spcAft>
                <a:spcPts val="0"/>
              </a:spcAft>
              <a:buSzPts val="4000"/>
              <a:buNone/>
              <a:defRPr sz="4000"/>
            </a:lvl9pPr>
          </a:lstStyle>
          <a:p/>
        </p:txBody>
      </p:sp>
      <p:sp>
        <p:nvSpPr>
          <p:cNvPr id="196" name="Google Shape;196;p33"/>
          <p:cNvSpPr txBox="1"/>
          <p:nvPr>
            <p:ph idx="2" type="body"/>
          </p:nvPr>
        </p:nvSpPr>
        <p:spPr>
          <a:xfrm>
            <a:off x="467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97" name="Shape 197"/>
        <p:cNvGrpSpPr/>
        <p:nvPr/>
      </p:nvGrpSpPr>
      <p:grpSpPr>
        <a:xfrm>
          <a:off x="0" y="0"/>
          <a:ext cx="0" cy="0"/>
          <a:chOff x="0" y="0"/>
          <a:chExt cx="0" cy="0"/>
        </a:xfrm>
      </p:grpSpPr>
      <p:sp>
        <p:nvSpPr>
          <p:cNvPr id="198" name="Google Shape;198;p34"/>
          <p:cNvSpPr txBox="1"/>
          <p:nvPr>
            <p:ph type="title"/>
          </p:nvPr>
        </p:nvSpPr>
        <p:spPr>
          <a:xfrm>
            <a:off x="571500" y="3110700"/>
            <a:ext cx="14583000" cy="6844800"/>
          </a:xfrm>
          <a:prstGeom prst="rect">
            <a:avLst/>
          </a:prstGeom>
        </p:spPr>
        <p:txBody>
          <a:bodyPr anchorCtr="0" anchor="t" bIns="182850" lIns="182850" spcFirstLastPara="1" rIns="182850" wrap="square" tIns="182850">
            <a:normAutofit/>
          </a:bodyPr>
          <a:lstStyle>
            <a:lvl1pPr lvl="0">
              <a:lnSpc>
                <a:spcPct val="90000"/>
              </a:lnSpc>
              <a:spcBef>
                <a:spcPts val="0"/>
              </a:spcBef>
              <a:spcAft>
                <a:spcPts val="0"/>
              </a:spcAft>
              <a:buSzPts val="60000"/>
              <a:buNone/>
              <a:defRPr sz="60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9" name="Google Shape;199;p34"/>
          <p:cNvSpPr txBox="1"/>
          <p:nvPr>
            <p:ph idx="1" type="body"/>
          </p:nvPr>
        </p:nvSpPr>
        <p:spPr>
          <a:xfrm>
            <a:off x="14513350" y="3654350"/>
            <a:ext cx="3535200" cy="4764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Font typeface="Roboto Mono"/>
              <a:buChar char="●"/>
              <a:defRPr b="1" sz="2000">
                <a:latin typeface="Roboto Mono"/>
                <a:ea typeface="Roboto Mono"/>
                <a:cs typeface="Roboto Mono"/>
                <a:sym typeface="Roboto Mono"/>
              </a:defRPr>
            </a:lvl1pPr>
            <a:lvl2pPr indent="-355600" lvl="1" marL="914400">
              <a:spcBef>
                <a:spcPts val="0"/>
              </a:spcBef>
              <a:spcAft>
                <a:spcPts val="0"/>
              </a:spcAft>
              <a:buSzPts val="2000"/>
              <a:buFont typeface="Roboto Mono"/>
              <a:buChar char="○"/>
              <a:defRPr b="1" sz="2000">
                <a:latin typeface="Roboto Mono"/>
                <a:ea typeface="Roboto Mono"/>
                <a:cs typeface="Roboto Mono"/>
                <a:sym typeface="Roboto Mono"/>
              </a:defRPr>
            </a:lvl2pPr>
            <a:lvl3pPr indent="-355600" lvl="2" marL="1371600">
              <a:spcBef>
                <a:spcPts val="0"/>
              </a:spcBef>
              <a:spcAft>
                <a:spcPts val="0"/>
              </a:spcAft>
              <a:buSzPts val="2000"/>
              <a:buFont typeface="Roboto Mono"/>
              <a:buChar char="■"/>
              <a:defRPr b="1" sz="2000">
                <a:latin typeface="Roboto Mono"/>
                <a:ea typeface="Roboto Mono"/>
                <a:cs typeface="Roboto Mono"/>
                <a:sym typeface="Roboto Mono"/>
              </a:defRPr>
            </a:lvl3pPr>
            <a:lvl4pPr indent="-355600" lvl="3" marL="1828800">
              <a:spcBef>
                <a:spcPts val="0"/>
              </a:spcBef>
              <a:spcAft>
                <a:spcPts val="0"/>
              </a:spcAft>
              <a:buSzPts val="2000"/>
              <a:buFont typeface="Roboto Mono"/>
              <a:buChar char="●"/>
              <a:defRPr b="1" sz="2000">
                <a:latin typeface="Roboto Mono"/>
                <a:ea typeface="Roboto Mono"/>
                <a:cs typeface="Roboto Mono"/>
                <a:sym typeface="Roboto Mono"/>
              </a:defRPr>
            </a:lvl4pPr>
            <a:lvl5pPr indent="-355600" lvl="4" marL="2286000">
              <a:spcBef>
                <a:spcPts val="0"/>
              </a:spcBef>
              <a:spcAft>
                <a:spcPts val="0"/>
              </a:spcAft>
              <a:buSzPts val="2000"/>
              <a:buFont typeface="Roboto Mono"/>
              <a:buChar char="○"/>
              <a:defRPr b="1" sz="2000">
                <a:latin typeface="Roboto Mono"/>
                <a:ea typeface="Roboto Mono"/>
                <a:cs typeface="Roboto Mono"/>
                <a:sym typeface="Roboto Mono"/>
              </a:defRPr>
            </a:lvl5pPr>
            <a:lvl6pPr indent="-355600" lvl="5" marL="2743200">
              <a:spcBef>
                <a:spcPts val="0"/>
              </a:spcBef>
              <a:spcAft>
                <a:spcPts val="0"/>
              </a:spcAft>
              <a:buSzPts val="2000"/>
              <a:buFont typeface="Roboto Mono"/>
              <a:buChar char="■"/>
              <a:defRPr b="1" sz="2000">
                <a:latin typeface="Roboto Mono"/>
                <a:ea typeface="Roboto Mono"/>
                <a:cs typeface="Roboto Mono"/>
                <a:sym typeface="Roboto Mono"/>
              </a:defRPr>
            </a:lvl6pPr>
            <a:lvl7pPr indent="-355600" lvl="6" marL="3200400">
              <a:spcBef>
                <a:spcPts val="0"/>
              </a:spcBef>
              <a:spcAft>
                <a:spcPts val="0"/>
              </a:spcAft>
              <a:buSzPts val="2000"/>
              <a:buFont typeface="Roboto Mono"/>
              <a:buChar char="●"/>
              <a:defRPr b="1" sz="2000">
                <a:latin typeface="Roboto Mono"/>
                <a:ea typeface="Roboto Mono"/>
                <a:cs typeface="Roboto Mono"/>
                <a:sym typeface="Roboto Mono"/>
              </a:defRPr>
            </a:lvl7pPr>
            <a:lvl8pPr indent="-355600" lvl="7" marL="3657600">
              <a:spcBef>
                <a:spcPts val="0"/>
              </a:spcBef>
              <a:spcAft>
                <a:spcPts val="0"/>
              </a:spcAft>
              <a:buSzPts val="2000"/>
              <a:buFont typeface="Roboto Mono"/>
              <a:buChar char="○"/>
              <a:defRPr b="1" sz="2000">
                <a:latin typeface="Roboto Mono"/>
                <a:ea typeface="Roboto Mono"/>
                <a:cs typeface="Roboto Mono"/>
                <a:sym typeface="Roboto Mono"/>
              </a:defRPr>
            </a:lvl8pPr>
            <a:lvl9pPr indent="-355600" lvl="8" marL="4114800">
              <a:spcBef>
                <a:spcPts val="0"/>
              </a:spcBef>
              <a:spcAft>
                <a:spcPts val="0"/>
              </a:spcAft>
              <a:buSzPts val="2000"/>
              <a:buFont typeface="Roboto Mono"/>
              <a:buChar char="■"/>
              <a:defRPr b="1" sz="2000">
                <a:latin typeface="Roboto Mono"/>
                <a:ea typeface="Roboto Mono"/>
                <a:cs typeface="Roboto Mono"/>
                <a:sym typeface="Roboto Mono"/>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200" name="Shape 200"/>
        <p:cNvGrpSpPr/>
        <p:nvPr/>
      </p:nvGrpSpPr>
      <p:grpSpPr>
        <a:xfrm>
          <a:off x="0" y="0"/>
          <a:ext cx="0" cy="0"/>
          <a:chOff x="0" y="0"/>
          <a:chExt cx="0" cy="0"/>
        </a:xfrm>
      </p:grpSpPr>
      <p:sp>
        <p:nvSpPr>
          <p:cNvPr id="201" name="Google Shape;201;p35"/>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02" name="Google Shape;202;p35"/>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203" name="Google Shape;203;p35"/>
          <p:cNvSpPr txBox="1"/>
          <p:nvPr>
            <p:ph idx="1" type="body"/>
          </p:nvPr>
        </p:nvSpPr>
        <p:spPr>
          <a:xfrm>
            <a:off x="453050" y="3700052"/>
            <a:ext cx="17346000" cy="3862200"/>
          </a:xfrm>
          <a:prstGeom prst="rect">
            <a:avLst/>
          </a:prstGeom>
        </p:spPr>
        <p:txBody>
          <a:bodyPr anchorCtr="0" anchor="t" bIns="182850" lIns="182850" spcFirstLastPara="1" rIns="182850" wrap="square" tIns="182850">
            <a:no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
        <p:nvSpPr>
          <p:cNvPr id="204" name="Google Shape;204;p35"/>
          <p:cNvSpPr txBox="1"/>
          <p:nvPr/>
        </p:nvSpPr>
        <p:spPr>
          <a:xfrm>
            <a:off x="96500" y="964559"/>
            <a:ext cx="3294600" cy="1602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b="1" lang="en" sz="40000">
                <a:solidFill>
                  <a:schemeClr val="lt1"/>
                </a:solidFill>
                <a:latin typeface="Inter"/>
                <a:ea typeface="Inter"/>
                <a:cs typeface="Inter"/>
                <a:sym typeface="Inter"/>
              </a:rPr>
              <a:t>“</a:t>
            </a:r>
            <a:endParaRPr b="1" sz="40000">
              <a:solidFill>
                <a:schemeClr val="lt1"/>
              </a:solidFill>
              <a:latin typeface="Inter"/>
              <a:ea typeface="Inter"/>
              <a:cs typeface="Inter"/>
              <a:sym typeface="Inte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205" name="Shape 205"/>
        <p:cNvGrpSpPr/>
        <p:nvPr/>
      </p:nvGrpSpPr>
      <p:grpSpPr>
        <a:xfrm>
          <a:off x="0" y="0"/>
          <a:ext cx="0" cy="0"/>
          <a:chOff x="0" y="0"/>
          <a:chExt cx="0" cy="0"/>
        </a:xfrm>
      </p:grpSpPr>
      <p:sp>
        <p:nvSpPr>
          <p:cNvPr id="206" name="Google Shape;206;p36"/>
          <p:cNvSpPr/>
          <p:nvPr>
            <p:ph idx="2" type="pic"/>
          </p:nvPr>
        </p:nvSpPr>
        <p:spPr>
          <a:xfrm>
            <a:off x="676200" y="960900"/>
            <a:ext cx="7570800" cy="8877600"/>
          </a:xfrm>
          <a:prstGeom prst="rect">
            <a:avLst/>
          </a:prstGeom>
          <a:noFill/>
          <a:ln cap="flat" cmpd="sng" w="9525">
            <a:solidFill>
              <a:schemeClr val="lt1"/>
            </a:solidFill>
            <a:prstDash val="solid"/>
            <a:round/>
            <a:headEnd len="sm" w="sm" type="none"/>
            <a:tailEnd len="sm" w="sm" type="none"/>
          </a:ln>
        </p:spPr>
      </p:sp>
      <p:sp>
        <p:nvSpPr>
          <p:cNvPr id="207" name="Google Shape;207;p36"/>
          <p:cNvSpPr txBox="1"/>
          <p:nvPr>
            <p:ph idx="1" type="body"/>
          </p:nvPr>
        </p:nvSpPr>
        <p:spPr>
          <a:xfrm>
            <a:off x="8710450" y="6759450"/>
            <a:ext cx="9025800" cy="3114000"/>
          </a:xfrm>
          <a:prstGeom prst="rect">
            <a:avLst/>
          </a:prstGeom>
        </p:spPr>
        <p:txBody>
          <a:bodyPr anchorCtr="0" anchor="b" bIns="182850" lIns="182850" spcFirstLastPara="1" rIns="182850" wrap="square" tIns="182850">
            <a:noAutofit/>
          </a:bodyPr>
          <a:lstStyle>
            <a:lvl1pPr indent="-482600" lvl="0" marL="457200">
              <a:lnSpc>
                <a:spcPct val="90000"/>
              </a:lnSpc>
              <a:spcBef>
                <a:spcPts val="0"/>
              </a:spcBef>
              <a:spcAft>
                <a:spcPts val="0"/>
              </a:spcAft>
              <a:buClr>
                <a:schemeClr val="lt1"/>
              </a:buClr>
              <a:buSzPts val="4000"/>
              <a:buChar char="●"/>
              <a:defRPr sz="4000">
                <a:solidFill>
                  <a:schemeClr val="lt1"/>
                </a:solidFill>
              </a:defRPr>
            </a:lvl1pPr>
            <a:lvl2pPr indent="-482600" lvl="1" marL="914400">
              <a:lnSpc>
                <a:spcPct val="90000"/>
              </a:lnSpc>
              <a:spcBef>
                <a:spcPts val="0"/>
              </a:spcBef>
              <a:spcAft>
                <a:spcPts val="0"/>
              </a:spcAft>
              <a:buClr>
                <a:schemeClr val="lt1"/>
              </a:buClr>
              <a:buSzPts val="4000"/>
              <a:buChar char="○"/>
              <a:defRPr sz="4000">
                <a:solidFill>
                  <a:schemeClr val="lt1"/>
                </a:solidFill>
              </a:defRPr>
            </a:lvl2pPr>
            <a:lvl3pPr indent="-482600" lvl="2" marL="1371600">
              <a:lnSpc>
                <a:spcPct val="90000"/>
              </a:lnSpc>
              <a:spcBef>
                <a:spcPts val="0"/>
              </a:spcBef>
              <a:spcAft>
                <a:spcPts val="0"/>
              </a:spcAft>
              <a:buClr>
                <a:schemeClr val="lt1"/>
              </a:buClr>
              <a:buSzPts val="4000"/>
              <a:buChar char="■"/>
              <a:defRPr sz="4000">
                <a:solidFill>
                  <a:schemeClr val="lt1"/>
                </a:solidFill>
              </a:defRPr>
            </a:lvl3pPr>
            <a:lvl4pPr indent="-482600" lvl="3" marL="1828800">
              <a:lnSpc>
                <a:spcPct val="90000"/>
              </a:lnSpc>
              <a:spcBef>
                <a:spcPts val="0"/>
              </a:spcBef>
              <a:spcAft>
                <a:spcPts val="0"/>
              </a:spcAft>
              <a:buClr>
                <a:schemeClr val="lt1"/>
              </a:buClr>
              <a:buSzPts val="4000"/>
              <a:buChar char="●"/>
              <a:defRPr sz="4000">
                <a:solidFill>
                  <a:schemeClr val="lt1"/>
                </a:solidFill>
              </a:defRPr>
            </a:lvl4pPr>
            <a:lvl5pPr indent="-482600" lvl="4" marL="2286000">
              <a:lnSpc>
                <a:spcPct val="90000"/>
              </a:lnSpc>
              <a:spcBef>
                <a:spcPts val="0"/>
              </a:spcBef>
              <a:spcAft>
                <a:spcPts val="0"/>
              </a:spcAft>
              <a:buClr>
                <a:schemeClr val="lt1"/>
              </a:buClr>
              <a:buSzPts val="4000"/>
              <a:buChar char="○"/>
              <a:defRPr sz="4000">
                <a:solidFill>
                  <a:schemeClr val="lt1"/>
                </a:solidFill>
              </a:defRPr>
            </a:lvl5pPr>
            <a:lvl6pPr indent="-482600" lvl="5" marL="2743200">
              <a:lnSpc>
                <a:spcPct val="90000"/>
              </a:lnSpc>
              <a:spcBef>
                <a:spcPts val="0"/>
              </a:spcBef>
              <a:spcAft>
                <a:spcPts val="0"/>
              </a:spcAft>
              <a:buClr>
                <a:schemeClr val="lt1"/>
              </a:buClr>
              <a:buSzPts val="4000"/>
              <a:buChar char="■"/>
              <a:defRPr sz="4000">
                <a:solidFill>
                  <a:schemeClr val="lt1"/>
                </a:solidFill>
              </a:defRPr>
            </a:lvl6pPr>
            <a:lvl7pPr indent="-482600" lvl="6" marL="3200400">
              <a:lnSpc>
                <a:spcPct val="90000"/>
              </a:lnSpc>
              <a:spcBef>
                <a:spcPts val="0"/>
              </a:spcBef>
              <a:spcAft>
                <a:spcPts val="0"/>
              </a:spcAft>
              <a:buClr>
                <a:schemeClr val="lt1"/>
              </a:buClr>
              <a:buSzPts val="4000"/>
              <a:buChar char="●"/>
              <a:defRPr sz="4000">
                <a:solidFill>
                  <a:schemeClr val="lt1"/>
                </a:solidFill>
              </a:defRPr>
            </a:lvl7pPr>
            <a:lvl8pPr indent="-482600" lvl="7" marL="3657600">
              <a:lnSpc>
                <a:spcPct val="90000"/>
              </a:lnSpc>
              <a:spcBef>
                <a:spcPts val="0"/>
              </a:spcBef>
              <a:spcAft>
                <a:spcPts val="0"/>
              </a:spcAft>
              <a:buClr>
                <a:schemeClr val="lt1"/>
              </a:buClr>
              <a:buSzPts val="4000"/>
              <a:buChar char="○"/>
              <a:defRPr sz="4000">
                <a:solidFill>
                  <a:schemeClr val="lt1"/>
                </a:solidFill>
              </a:defRPr>
            </a:lvl8pPr>
            <a:lvl9pPr indent="-482600" lvl="8" marL="4114800">
              <a:lnSpc>
                <a:spcPct val="90000"/>
              </a:lnSpc>
              <a:spcBef>
                <a:spcPts val="0"/>
              </a:spcBef>
              <a:spcAft>
                <a:spcPts val="0"/>
              </a:spcAft>
              <a:buClr>
                <a:schemeClr val="lt1"/>
              </a:buClr>
              <a:buSzPts val="4000"/>
              <a:buChar char="■"/>
              <a:defRPr sz="4000">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208" name="Shape 208"/>
        <p:cNvGrpSpPr/>
        <p:nvPr/>
      </p:nvGrpSpPr>
      <p:grpSpPr>
        <a:xfrm>
          <a:off x="0" y="0"/>
          <a:ext cx="0" cy="0"/>
          <a:chOff x="0" y="0"/>
          <a:chExt cx="0" cy="0"/>
        </a:xfrm>
      </p:grpSpPr>
      <p:sp>
        <p:nvSpPr>
          <p:cNvPr id="209" name="Google Shape;209;p37"/>
          <p:cNvSpPr/>
          <p:nvPr>
            <p:ph idx="2" type="pic"/>
          </p:nvPr>
        </p:nvSpPr>
        <p:spPr>
          <a:xfrm>
            <a:off x="453000" y="4715500"/>
            <a:ext cx="17382000" cy="5118600"/>
          </a:xfrm>
          <a:prstGeom prst="rect">
            <a:avLst/>
          </a:prstGeom>
          <a:noFill/>
          <a:ln cap="flat" cmpd="sng" w="9525">
            <a:solidFill>
              <a:schemeClr val="dk1"/>
            </a:solidFill>
            <a:prstDash val="solid"/>
            <a:round/>
            <a:headEnd len="sm" w="sm" type="none"/>
            <a:tailEnd len="sm" w="sm" type="none"/>
          </a:ln>
        </p:spPr>
      </p:sp>
      <p:sp>
        <p:nvSpPr>
          <p:cNvPr id="210" name="Google Shape;210;p37"/>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1" name="Google Shape;211;p37"/>
          <p:cNvSpPr txBox="1"/>
          <p:nvPr>
            <p:ph idx="3"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12" name="Google Shape;212;p37"/>
          <p:cNvSpPr txBox="1"/>
          <p:nvPr>
            <p:ph idx="1" type="subTitle"/>
          </p:nvPr>
        </p:nvSpPr>
        <p:spPr>
          <a:xfrm>
            <a:off x="453050" y="1400450"/>
            <a:ext cx="4315800" cy="3151800"/>
          </a:xfrm>
          <a:prstGeom prst="rect">
            <a:avLst/>
          </a:prstGeom>
        </p:spPr>
        <p:txBody>
          <a:bodyPr anchorCtr="0" anchor="ctr" bIns="182850" lIns="182850" spcFirstLastPara="1" rIns="182850" wrap="square" tIns="182850">
            <a:noAutofit/>
          </a:bodyPr>
          <a:lstStyle>
            <a:lvl1pPr lvl="0">
              <a:lnSpc>
                <a:spcPct val="90000"/>
              </a:lnSpc>
              <a:spcBef>
                <a:spcPts val="0"/>
              </a:spcBef>
              <a:spcAft>
                <a:spcPts val="0"/>
              </a:spcAft>
              <a:buSzPts val="22400"/>
              <a:buNone/>
              <a:defRPr b="1" sz="2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 name="Google Shape;213;p37"/>
          <p:cNvSpPr txBox="1"/>
          <p:nvPr>
            <p:ph idx="4" type="body"/>
          </p:nvPr>
        </p:nvSpPr>
        <p:spPr>
          <a:xfrm>
            <a:off x="4985850" y="1400566"/>
            <a:ext cx="12849000" cy="3151800"/>
          </a:xfrm>
          <a:prstGeom prst="rect">
            <a:avLst/>
          </a:prstGeom>
        </p:spPr>
        <p:txBody>
          <a:bodyPr anchorCtr="0" anchor="ctr" bIns="182850" lIns="182850" spcFirstLastPara="1" rIns="182850" wrap="square" tIns="182850">
            <a:noAutofit/>
          </a:bodyPr>
          <a:lstStyle>
            <a:lvl1pPr indent="-482600" lvl="0" marL="4572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1pPr>
            <a:lvl2pPr indent="-482600" lvl="1" marL="9144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2pPr>
            <a:lvl3pPr indent="-482600" lvl="2" marL="13716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3pPr>
            <a:lvl4pPr indent="-482600" lvl="3" marL="18288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4pPr>
            <a:lvl5pPr indent="-482600" lvl="4" marL="22860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5pPr>
            <a:lvl6pPr indent="-482600" lvl="5" marL="27432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6pPr>
            <a:lvl7pPr indent="-482600" lvl="6" marL="32004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7pPr>
            <a:lvl8pPr indent="-482600" lvl="7" marL="36576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8pPr>
            <a:lvl9pPr indent="-482600" lvl="8" marL="41148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214" name="Shape 214"/>
        <p:cNvGrpSpPr/>
        <p:nvPr/>
      </p:nvGrpSpPr>
      <p:grpSpPr>
        <a:xfrm>
          <a:off x="0" y="0"/>
          <a:ext cx="0" cy="0"/>
          <a:chOff x="0" y="0"/>
          <a:chExt cx="0" cy="0"/>
        </a:xfrm>
      </p:grpSpPr>
      <p:sp>
        <p:nvSpPr>
          <p:cNvPr id="215" name="Google Shape;215;p38"/>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38"/>
          <p:cNvSpPr txBox="1"/>
          <p:nvPr>
            <p:ph idx="1" type="subTitle"/>
          </p:nvPr>
        </p:nvSpPr>
        <p:spPr>
          <a:xfrm>
            <a:off x="453050" y="7628250"/>
            <a:ext cx="5998200" cy="22452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217" name="Shape 217"/>
        <p:cNvGrpSpPr/>
        <p:nvPr/>
      </p:nvGrpSpPr>
      <p:grpSpPr>
        <a:xfrm>
          <a:off x="0" y="0"/>
          <a:ext cx="0" cy="0"/>
          <a:chOff x="0" y="0"/>
          <a:chExt cx="0" cy="0"/>
        </a:xfrm>
      </p:grpSpPr>
      <p:sp>
        <p:nvSpPr>
          <p:cNvPr id="218" name="Google Shape;218;p39"/>
          <p:cNvSpPr txBox="1"/>
          <p:nvPr>
            <p:ph idx="1" type="subTitle"/>
          </p:nvPr>
        </p:nvSpPr>
        <p:spPr>
          <a:xfrm>
            <a:off x="453065"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19" name="Google Shape;219;p39"/>
          <p:cNvSpPr txBox="1"/>
          <p:nvPr>
            <p:ph idx="2" type="subTitle"/>
          </p:nvPr>
        </p:nvSpPr>
        <p:spPr>
          <a:xfrm>
            <a:off x="6182900"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0" name="Google Shape;220;p39"/>
          <p:cNvSpPr txBox="1"/>
          <p:nvPr>
            <p:ph idx="3" type="subTitle"/>
          </p:nvPr>
        </p:nvSpPr>
        <p:spPr>
          <a:xfrm>
            <a:off x="11912735"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1" name="Google Shape;221;p39"/>
          <p:cNvSpPr txBox="1"/>
          <p:nvPr>
            <p:ph idx="4" type="subTitle"/>
          </p:nvPr>
        </p:nvSpPr>
        <p:spPr>
          <a:xfrm>
            <a:off x="453065"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2" name="Google Shape;222;p39"/>
          <p:cNvSpPr txBox="1"/>
          <p:nvPr>
            <p:ph idx="5" type="subTitle"/>
          </p:nvPr>
        </p:nvSpPr>
        <p:spPr>
          <a:xfrm>
            <a:off x="6182900"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3" name="Google Shape;223;p39"/>
          <p:cNvSpPr txBox="1"/>
          <p:nvPr>
            <p:ph idx="6" type="subTitle"/>
          </p:nvPr>
        </p:nvSpPr>
        <p:spPr>
          <a:xfrm>
            <a:off x="11912735"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4" name="Google Shape;224;p39"/>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225" name="Shape 225"/>
        <p:cNvGrpSpPr/>
        <p:nvPr/>
      </p:nvGrpSpPr>
      <p:grpSpPr>
        <a:xfrm>
          <a:off x="0" y="0"/>
          <a:ext cx="0" cy="0"/>
          <a:chOff x="0" y="0"/>
          <a:chExt cx="0" cy="0"/>
        </a:xfrm>
      </p:grpSpPr>
      <p:sp>
        <p:nvSpPr>
          <p:cNvPr id="226" name="Google Shape;226;p40"/>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Clr>
                <a:schemeClr val="lt1"/>
              </a:buClr>
              <a:buSzPts val="14600"/>
              <a:buNone/>
              <a:defRPr sz="14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27" name="Google Shape;227;p40"/>
          <p:cNvSpPr txBox="1"/>
          <p:nvPr>
            <p:ph idx="1" type="subTitle"/>
          </p:nvPr>
        </p:nvSpPr>
        <p:spPr>
          <a:xfrm>
            <a:off x="453050" y="7628250"/>
            <a:ext cx="5998200" cy="2245200"/>
          </a:xfrm>
          <a:prstGeom prst="rect">
            <a:avLst/>
          </a:prstGeom>
        </p:spPr>
        <p:txBody>
          <a:bodyPr anchorCtr="0" anchor="b" bIns="182850" lIns="182850" spcFirstLastPara="1" rIns="182850" wrap="square" tIns="182850">
            <a:normAutofit/>
          </a:bodyPr>
          <a:lstStyle>
            <a:lvl1pPr lvl="0">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228" name="Shape 228"/>
        <p:cNvGrpSpPr/>
        <p:nvPr/>
      </p:nvGrpSpPr>
      <p:grpSpPr>
        <a:xfrm>
          <a:off x="0" y="0"/>
          <a:ext cx="0" cy="0"/>
          <a:chOff x="0" y="0"/>
          <a:chExt cx="0" cy="0"/>
        </a:xfrm>
      </p:grpSpPr>
      <p:sp>
        <p:nvSpPr>
          <p:cNvPr id="229" name="Google Shape;229;p41"/>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0" name="Google Shape;230;p41"/>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31" name="Google Shape;231;p41"/>
          <p:cNvSpPr txBox="1"/>
          <p:nvPr>
            <p:ph idx="1" type="body"/>
          </p:nvPr>
        </p:nvSpPr>
        <p:spPr>
          <a:xfrm>
            <a:off x="453050" y="4160891"/>
            <a:ext cx="58494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2" name="Google Shape;232;p41"/>
          <p:cNvSpPr txBox="1"/>
          <p:nvPr>
            <p:ph idx="3" type="title"/>
          </p:nvPr>
        </p:nvSpPr>
        <p:spPr>
          <a:xfrm>
            <a:off x="453050" y="2542200"/>
            <a:ext cx="58494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233" name="Google Shape;233;p41"/>
          <p:cNvSpPr/>
          <p:nvPr>
            <p:ph idx="4" type="pic"/>
          </p:nvPr>
        </p:nvSpPr>
        <p:spPr>
          <a:xfrm>
            <a:off x="6737550" y="453250"/>
            <a:ext cx="7467600" cy="9381000"/>
          </a:xfrm>
          <a:prstGeom prst="rect">
            <a:avLst/>
          </a:prstGeom>
          <a:noFill/>
          <a:ln cap="flat" cmpd="sng" w="9525">
            <a:solidFill>
              <a:schemeClr val="dk1"/>
            </a:solidFill>
            <a:prstDash val="solid"/>
            <a:round/>
            <a:headEnd len="sm" w="sm" type="none"/>
            <a:tailEnd len="sm" w="sm" type="none"/>
          </a:ln>
        </p:spPr>
      </p:sp>
      <p:sp>
        <p:nvSpPr>
          <p:cNvPr id="234" name="Google Shape;234;p41"/>
          <p:cNvSpPr/>
          <p:nvPr>
            <p:ph idx="5" type="pic"/>
          </p:nvPr>
        </p:nvSpPr>
        <p:spPr>
          <a:xfrm>
            <a:off x="14640400" y="2783800"/>
            <a:ext cx="3194400" cy="39408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235" name="Shape 235"/>
        <p:cNvGrpSpPr/>
        <p:nvPr/>
      </p:nvGrpSpPr>
      <p:grpSpPr>
        <a:xfrm>
          <a:off x="0" y="0"/>
          <a:ext cx="0" cy="0"/>
          <a:chOff x="0" y="0"/>
          <a:chExt cx="0" cy="0"/>
        </a:xfrm>
      </p:grpSpPr>
      <p:sp>
        <p:nvSpPr>
          <p:cNvPr id="236" name="Google Shape;236;p42"/>
          <p:cNvSpPr/>
          <p:nvPr>
            <p:ph idx="2" type="pic"/>
          </p:nvPr>
        </p:nvSpPr>
        <p:spPr>
          <a:xfrm>
            <a:off x="-10450" y="1427650"/>
            <a:ext cx="9143400" cy="5591400"/>
          </a:xfrm>
          <a:prstGeom prst="rect">
            <a:avLst/>
          </a:prstGeom>
          <a:noFill/>
          <a:ln>
            <a:noFill/>
          </a:ln>
        </p:spPr>
      </p:sp>
      <p:sp>
        <p:nvSpPr>
          <p:cNvPr id="237" name="Google Shape;237;p42"/>
          <p:cNvSpPr txBox="1"/>
          <p:nvPr>
            <p:ph type="title"/>
          </p:nvPr>
        </p:nvSpPr>
        <p:spPr>
          <a:xfrm>
            <a:off x="360950" y="7265400"/>
            <a:ext cx="84006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238" name="Google Shape;238;p42"/>
          <p:cNvSpPr txBox="1"/>
          <p:nvPr>
            <p:ph idx="1" type="body"/>
          </p:nvPr>
        </p:nvSpPr>
        <p:spPr>
          <a:xfrm>
            <a:off x="360950" y="8267003"/>
            <a:ext cx="84006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39" name="Google Shape;239;p42"/>
          <p:cNvSpPr txBox="1"/>
          <p:nvPr>
            <p:ph idx="3"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cxnSp>
        <p:nvCxnSpPr>
          <p:cNvPr id="240" name="Google Shape;240;p42"/>
          <p:cNvCxnSpPr/>
          <p:nvPr/>
        </p:nvCxnSpPr>
        <p:spPr>
          <a:xfrm>
            <a:off x="9144000" y="1418300"/>
            <a:ext cx="0" cy="8886600"/>
          </a:xfrm>
          <a:prstGeom prst="straightConnector1">
            <a:avLst/>
          </a:prstGeom>
          <a:noFill/>
          <a:ln cap="flat" cmpd="sng" w="9525">
            <a:solidFill>
              <a:schemeClr val="dk1"/>
            </a:solidFill>
            <a:prstDash val="solid"/>
            <a:round/>
            <a:headEnd len="med" w="med" type="none"/>
            <a:tailEnd len="med" w="med" type="none"/>
          </a:ln>
        </p:spPr>
      </p:cxnSp>
      <p:cxnSp>
        <p:nvCxnSpPr>
          <p:cNvPr id="241" name="Google Shape;241;p42"/>
          <p:cNvCxnSpPr/>
          <p:nvPr/>
        </p:nvCxnSpPr>
        <p:spPr>
          <a:xfrm rot="10800000">
            <a:off x="0" y="7029750"/>
            <a:ext cx="18304800" cy="0"/>
          </a:xfrm>
          <a:prstGeom prst="straightConnector1">
            <a:avLst/>
          </a:prstGeom>
          <a:noFill/>
          <a:ln cap="flat" cmpd="sng" w="9525">
            <a:solidFill>
              <a:schemeClr val="dk1"/>
            </a:solidFill>
            <a:prstDash val="solid"/>
            <a:round/>
            <a:headEnd len="med" w="med" type="none"/>
            <a:tailEnd len="med" w="med" type="none"/>
          </a:ln>
        </p:spPr>
      </p:cxnSp>
      <p:cxnSp>
        <p:nvCxnSpPr>
          <p:cNvPr id="242" name="Google Shape;242;p42"/>
          <p:cNvCxnSpPr/>
          <p:nvPr/>
        </p:nvCxnSpPr>
        <p:spPr>
          <a:xfrm rot="10800000">
            <a:off x="0" y="1419150"/>
            <a:ext cx="18304800" cy="0"/>
          </a:xfrm>
          <a:prstGeom prst="straightConnector1">
            <a:avLst/>
          </a:prstGeom>
          <a:noFill/>
          <a:ln cap="flat" cmpd="sng" w="9525">
            <a:solidFill>
              <a:schemeClr val="dk1"/>
            </a:solidFill>
            <a:prstDash val="solid"/>
            <a:round/>
            <a:headEnd len="med" w="med" type="none"/>
            <a:tailEnd len="med" w="med" type="none"/>
          </a:ln>
        </p:spPr>
      </p:cxnSp>
      <p:sp>
        <p:nvSpPr>
          <p:cNvPr id="243" name="Google Shape;243;p42"/>
          <p:cNvSpPr/>
          <p:nvPr>
            <p:ph idx="4" type="pic"/>
          </p:nvPr>
        </p:nvSpPr>
        <p:spPr>
          <a:xfrm>
            <a:off x="9155050" y="1427650"/>
            <a:ext cx="9143400" cy="5591400"/>
          </a:xfrm>
          <a:prstGeom prst="rect">
            <a:avLst/>
          </a:prstGeom>
          <a:noFill/>
          <a:ln>
            <a:noFill/>
          </a:ln>
        </p:spPr>
      </p:sp>
      <p:sp>
        <p:nvSpPr>
          <p:cNvPr id="244" name="Google Shape;244;p42"/>
          <p:cNvSpPr txBox="1"/>
          <p:nvPr>
            <p:ph idx="5" type="title"/>
          </p:nvPr>
        </p:nvSpPr>
        <p:spPr>
          <a:xfrm>
            <a:off x="9526450" y="7265400"/>
            <a:ext cx="84006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245" name="Google Shape;245;p42"/>
          <p:cNvSpPr txBox="1"/>
          <p:nvPr>
            <p:ph idx="6" type="body"/>
          </p:nvPr>
        </p:nvSpPr>
        <p:spPr>
          <a:xfrm>
            <a:off x="9526450" y="8267003"/>
            <a:ext cx="84006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46" name="Shape 246"/>
        <p:cNvGrpSpPr/>
        <p:nvPr/>
      </p:nvGrpSpPr>
      <p:grpSpPr>
        <a:xfrm>
          <a:off x="0" y="0"/>
          <a:ext cx="0" cy="0"/>
          <a:chOff x="0" y="0"/>
          <a:chExt cx="0" cy="0"/>
        </a:xfrm>
      </p:grpSpPr>
      <p:sp>
        <p:nvSpPr>
          <p:cNvPr id="247" name="Google Shape;247;p43"/>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48" name="Google Shape;248;p43"/>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49" name="Google Shape;249;p43"/>
          <p:cNvSpPr txBox="1"/>
          <p:nvPr>
            <p:ph idx="1" type="body"/>
          </p:nvPr>
        </p:nvSpPr>
        <p:spPr>
          <a:xfrm>
            <a:off x="453050" y="4160891"/>
            <a:ext cx="58494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50" name="Google Shape;250;p43"/>
          <p:cNvSpPr txBox="1"/>
          <p:nvPr>
            <p:ph idx="3" type="title"/>
          </p:nvPr>
        </p:nvSpPr>
        <p:spPr>
          <a:xfrm>
            <a:off x="453050" y="2542200"/>
            <a:ext cx="58494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pic>
        <p:nvPicPr>
          <p:cNvPr descr="Blank mock of a smartphone." id="251" name="Google Shape;251;p43"/>
          <p:cNvPicPr preferRelativeResize="0"/>
          <p:nvPr/>
        </p:nvPicPr>
        <p:blipFill rotWithShape="1">
          <a:blip r:embed="rId2">
            <a:alphaModFix/>
          </a:blip>
          <a:srcRect b="38736" l="0" r="0" t="0"/>
          <a:stretch/>
        </p:blipFill>
        <p:spPr>
          <a:xfrm>
            <a:off x="7764100" y="522500"/>
            <a:ext cx="9628147" cy="9764501"/>
          </a:xfrm>
          <a:prstGeom prst="rect">
            <a:avLst/>
          </a:prstGeom>
          <a:noFill/>
          <a:ln>
            <a:noFill/>
          </a:ln>
        </p:spPr>
      </p:pic>
      <p:sp>
        <p:nvSpPr>
          <p:cNvPr id="252" name="Google Shape;252;p43"/>
          <p:cNvSpPr/>
          <p:nvPr>
            <p:ph idx="4" type="pic"/>
          </p:nvPr>
        </p:nvSpPr>
        <p:spPr>
          <a:xfrm>
            <a:off x="8395150" y="1024750"/>
            <a:ext cx="5695200" cy="9262200"/>
          </a:xfrm>
          <a:prstGeom prst="round2SameRect">
            <a:avLst>
              <a:gd fmla="val 12455" name="adj1"/>
              <a:gd fmla="val 0" name="adj2"/>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53" name="Shape 253"/>
        <p:cNvGrpSpPr/>
        <p:nvPr/>
      </p:nvGrpSpPr>
      <p:grpSpPr>
        <a:xfrm>
          <a:off x="0" y="0"/>
          <a:ext cx="0" cy="0"/>
          <a:chOff x="0" y="0"/>
          <a:chExt cx="0" cy="0"/>
        </a:xfrm>
      </p:grpSpPr>
      <p:sp>
        <p:nvSpPr>
          <p:cNvPr id="254" name="Google Shape;254;p44"/>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55" name="Google Shape;255;p44"/>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56" name="Google Shape;256;p44"/>
          <p:cNvSpPr txBox="1"/>
          <p:nvPr>
            <p:ph idx="1" type="body"/>
          </p:nvPr>
        </p:nvSpPr>
        <p:spPr>
          <a:xfrm>
            <a:off x="453050" y="3586500"/>
            <a:ext cx="17199000" cy="3114000"/>
          </a:xfrm>
          <a:prstGeom prst="rect">
            <a:avLst/>
          </a:prstGeom>
        </p:spPr>
        <p:txBody>
          <a:bodyPr anchorCtr="0" anchor="ctr" bIns="182850" lIns="182850" spcFirstLastPara="1" rIns="182850" wrap="square" tIns="182850">
            <a:noAutofit/>
          </a:bodyPr>
          <a:lstStyle>
            <a:lvl1pPr indent="-596900" lvl="0" marL="457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1pPr>
            <a:lvl2pPr indent="-596900" lvl="1" marL="914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2pPr>
            <a:lvl3pPr indent="-596900" lvl="2" marL="1371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3pPr>
            <a:lvl4pPr indent="-596900" lvl="3" marL="1828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4pPr>
            <a:lvl5pPr indent="-596900" lvl="4" marL="22860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5pPr>
            <a:lvl6pPr indent="-596900" lvl="5" marL="2743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6pPr>
            <a:lvl7pPr indent="-596900" lvl="6" marL="3200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7pPr>
            <a:lvl8pPr indent="-596900" lvl="7" marL="3657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8pPr>
            <a:lvl9pPr indent="-596900" lvl="8" marL="4114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9pPr>
          </a:lstStyle>
          <a:p/>
        </p:txBody>
      </p:sp>
      <p:sp>
        <p:nvSpPr>
          <p:cNvPr id="257" name="Google Shape;257;p44"/>
          <p:cNvSpPr txBox="1"/>
          <p:nvPr>
            <p:ph idx="3" type="body"/>
          </p:nvPr>
        </p:nvSpPr>
        <p:spPr>
          <a:xfrm>
            <a:off x="453050" y="9439600"/>
            <a:ext cx="62868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58" name="Google Shape;258;p44"/>
          <p:cNvSpPr txBox="1"/>
          <p:nvPr>
            <p:ph idx="4" type="body"/>
          </p:nvPr>
        </p:nvSpPr>
        <p:spPr>
          <a:xfrm>
            <a:off x="7180297" y="9439600"/>
            <a:ext cx="50712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59" name="Google Shape;259;p44"/>
          <p:cNvSpPr txBox="1"/>
          <p:nvPr>
            <p:ph idx="5" type="body"/>
          </p:nvPr>
        </p:nvSpPr>
        <p:spPr>
          <a:xfrm>
            <a:off x="12691947" y="9439600"/>
            <a:ext cx="50712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60" name="Shape 260"/>
        <p:cNvGrpSpPr/>
        <p:nvPr/>
      </p:nvGrpSpPr>
      <p:grpSpPr>
        <a:xfrm>
          <a:off x="0" y="0"/>
          <a:ext cx="0" cy="0"/>
          <a:chOff x="0" y="0"/>
          <a:chExt cx="0" cy="0"/>
        </a:xfrm>
      </p:grpSpPr>
      <p:sp>
        <p:nvSpPr>
          <p:cNvPr id="261" name="Google Shape;261;p45"/>
          <p:cNvSpPr txBox="1"/>
          <p:nvPr>
            <p:ph idx="1" type="body"/>
          </p:nvPr>
        </p:nvSpPr>
        <p:spPr>
          <a:xfrm>
            <a:off x="45305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2" name="Google Shape;262;p45"/>
          <p:cNvSpPr txBox="1"/>
          <p:nvPr>
            <p:ph idx="2" type="subTitle"/>
          </p:nvPr>
        </p:nvSpPr>
        <p:spPr>
          <a:xfrm>
            <a:off x="45305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 name="Google Shape;263;p45"/>
          <p:cNvSpPr txBox="1"/>
          <p:nvPr>
            <p:ph idx="3" type="body"/>
          </p:nvPr>
        </p:nvSpPr>
        <p:spPr>
          <a:xfrm>
            <a:off x="647100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4" name="Google Shape;264;p45"/>
          <p:cNvSpPr txBox="1"/>
          <p:nvPr>
            <p:ph idx="4" type="subTitle"/>
          </p:nvPr>
        </p:nvSpPr>
        <p:spPr>
          <a:xfrm>
            <a:off x="647100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5" name="Google Shape;265;p45"/>
          <p:cNvSpPr txBox="1"/>
          <p:nvPr>
            <p:ph idx="5" type="body"/>
          </p:nvPr>
        </p:nvSpPr>
        <p:spPr>
          <a:xfrm>
            <a:off x="1230605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6" name="Google Shape;266;p45"/>
          <p:cNvSpPr txBox="1"/>
          <p:nvPr>
            <p:ph idx="6" type="subTitle"/>
          </p:nvPr>
        </p:nvSpPr>
        <p:spPr>
          <a:xfrm>
            <a:off x="1230605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5"/>
          <p:cNvSpPr txBox="1"/>
          <p:nvPr>
            <p:ph type="title"/>
          </p:nvPr>
        </p:nvSpPr>
        <p:spPr>
          <a:xfrm>
            <a:off x="453050" y="3586500"/>
            <a:ext cx="17199000" cy="3031200"/>
          </a:xfrm>
          <a:prstGeom prst="rect">
            <a:avLst/>
          </a:prstGeom>
        </p:spPr>
        <p:txBody>
          <a:bodyPr anchorCtr="0" anchor="t" bIns="182850" lIns="182850" spcFirstLastPara="1" rIns="182850" wrap="square" tIns="182850">
            <a:normAutofit/>
          </a:bodyPr>
          <a:lstStyle>
            <a:lvl1pPr lvl="0">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68" name="Shape 268"/>
        <p:cNvGrpSpPr/>
        <p:nvPr/>
      </p:nvGrpSpPr>
      <p:grpSpPr>
        <a:xfrm>
          <a:off x="0" y="0"/>
          <a:ext cx="0" cy="0"/>
          <a:chOff x="0" y="0"/>
          <a:chExt cx="0" cy="0"/>
        </a:xfrm>
      </p:grpSpPr>
      <p:sp>
        <p:nvSpPr>
          <p:cNvPr id="269" name="Google Shape;269;p46"/>
          <p:cNvSpPr txBox="1"/>
          <p:nvPr>
            <p:ph idx="1" type="body"/>
          </p:nvPr>
        </p:nvSpPr>
        <p:spPr>
          <a:xfrm>
            <a:off x="453050" y="86697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0" name="Google Shape;270;p46"/>
          <p:cNvSpPr txBox="1"/>
          <p:nvPr>
            <p:ph idx="2" type="subTitle"/>
          </p:nvPr>
        </p:nvSpPr>
        <p:spPr>
          <a:xfrm>
            <a:off x="453050" y="74256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 name="Google Shape;271;p46"/>
          <p:cNvSpPr txBox="1"/>
          <p:nvPr>
            <p:ph idx="3" type="body"/>
          </p:nvPr>
        </p:nvSpPr>
        <p:spPr>
          <a:xfrm>
            <a:off x="9683685" y="86697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2" name="Google Shape;272;p46"/>
          <p:cNvSpPr txBox="1"/>
          <p:nvPr>
            <p:ph idx="4" type="subTitle"/>
          </p:nvPr>
        </p:nvSpPr>
        <p:spPr>
          <a:xfrm>
            <a:off x="9683685" y="74256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46"/>
          <p:cNvSpPr txBox="1"/>
          <p:nvPr>
            <p:ph idx="5" type="body"/>
          </p:nvPr>
        </p:nvSpPr>
        <p:spPr>
          <a:xfrm>
            <a:off x="453050" y="54463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4" name="Google Shape;274;p46"/>
          <p:cNvSpPr txBox="1"/>
          <p:nvPr>
            <p:ph idx="6" type="subTitle"/>
          </p:nvPr>
        </p:nvSpPr>
        <p:spPr>
          <a:xfrm>
            <a:off x="453050" y="42022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5" name="Google Shape;275;p46"/>
          <p:cNvSpPr txBox="1"/>
          <p:nvPr>
            <p:ph idx="7" type="body"/>
          </p:nvPr>
        </p:nvSpPr>
        <p:spPr>
          <a:xfrm>
            <a:off x="9683685" y="54463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6" name="Google Shape;276;p46"/>
          <p:cNvSpPr txBox="1"/>
          <p:nvPr>
            <p:ph idx="8" type="subTitle"/>
          </p:nvPr>
        </p:nvSpPr>
        <p:spPr>
          <a:xfrm>
            <a:off x="9683685" y="42022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7" name="Google Shape;277;p46"/>
          <p:cNvSpPr txBox="1"/>
          <p:nvPr>
            <p:ph type="title"/>
          </p:nvPr>
        </p:nvSpPr>
        <p:spPr>
          <a:xfrm>
            <a:off x="453050" y="866250"/>
            <a:ext cx="17199000" cy="3031200"/>
          </a:xfrm>
          <a:prstGeom prst="rect">
            <a:avLst/>
          </a:prstGeom>
        </p:spPr>
        <p:txBody>
          <a:bodyPr anchorCtr="0" anchor="t" bIns="182850" lIns="182850" spcFirstLastPara="1" rIns="182850" wrap="square" tIns="182850">
            <a:normAutofit/>
          </a:bodyPr>
          <a:lstStyle>
            <a:lvl1pPr lvl="0">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8" name="Shape 278"/>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79" name="Shape 279"/>
        <p:cNvGrpSpPr/>
        <p:nvPr/>
      </p:nvGrpSpPr>
      <p:grpSpPr>
        <a:xfrm>
          <a:off x="0" y="0"/>
          <a:ext cx="0" cy="0"/>
          <a:chOff x="0" y="0"/>
          <a:chExt cx="0" cy="0"/>
        </a:xfrm>
      </p:grpSpPr>
      <p:sp>
        <p:nvSpPr>
          <p:cNvPr id="280" name="Google Shape;280;p48"/>
          <p:cNvSpPr/>
          <p:nvPr>
            <p:ph idx="2" type="pic"/>
          </p:nvPr>
        </p:nvSpPr>
        <p:spPr>
          <a:xfrm>
            <a:off x="0" y="0"/>
            <a:ext cx="18288000" cy="10287000"/>
          </a:xfrm>
          <a:prstGeom prst="rect">
            <a:avLst/>
          </a:prstGeom>
          <a:noFill/>
          <a:ln>
            <a:noFill/>
          </a:ln>
        </p:spPr>
      </p:sp>
      <p:sp>
        <p:nvSpPr>
          <p:cNvPr id="281" name="Google Shape;281;p4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2" name="Shape 282"/>
        <p:cNvGrpSpPr/>
        <p:nvPr/>
      </p:nvGrpSpPr>
      <p:grpSpPr>
        <a:xfrm>
          <a:off x="0" y="0"/>
          <a:ext cx="0" cy="0"/>
          <a:chOff x="0" y="0"/>
          <a:chExt cx="0" cy="0"/>
        </a:xfrm>
      </p:grpSpPr>
      <p:sp>
        <p:nvSpPr>
          <p:cNvPr id="283" name="Google Shape;283;p49"/>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84" name="Google Shape;284;p49"/>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85" name="Google Shape;285;p4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86" name="Shape 286"/>
        <p:cNvGrpSpPr/>
        <p:nvPr/>
      </p:nvGrpSpPr>
      <p:grpSpPr>
        <a:xfrm>
          <a:off x="0" y="0"/>
          <a:ext cx="0" cy="0"/>
          <a:chOff x="0" y="0"/>
          <a:chExt cx="0" cy="0"/>
        </a:xfrm>
      </p:grpSpPr>
      <p:sp>
        <p:nvSpPr>
          <p:cNvPr id="287" name="Google Shape;287;p50"/>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288" name="Google Shape;288;p5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89" name="Shape 289"/>
        <p:cNvGrpSpPr/>
        <p:nvPr/>
      </p:nvGrpSpPr>
      <p:grpSpPr>
        <a:xfrm>
          <a:off x="0" y="0"/>
          <a:ext cx="0" cy="0"/>
          <a:chOff x="0" y="0"/>
          <a:chExt cx="0" cy="0"/>
        </a:xfrm>
      </p:grpSpPr>
      <p:sp>
        <p:nvSpPr>
          <p:cNvPr id="290" name="Google Shape;290;p51"/>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1" name="Google Shape;291;p51"/>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292" name="Google Shape;292;p51"/>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3" name="Google Shape;293;p51"/>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94" name="Google Shape;294;p5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95" name="Shape 295"/>
        <p:cNvGrpSpPr/>
        <p:nvPr/>
      </p:nvGrpSpPr>
      <p:grpSpPr>
        <a:xfrm>
          <a:off x="0" y="0"/>
          <a:ext cx="0" cy="0"/>
          <a:chOff x="0" y="0"/>
          <a:chExt cx="0" cy="0"/>
        </a:xfrm>
      </p:grpSpPr>
      <p:sp>
        <p:nvSpPr>
          <p:cNvPr id="296" name="Google Shape;296;p52"/>
          <p:cNvSpPr txBox="1"/>
          <p:nvPr>
            <p:ph idx="1" type="body"/>
          </p:nvPr>
        </p:nvSpPr>
        <p:spPr>
          <a:xfrm>
            <a:off x="623400" y="8160450"/>
            <a:ext cx="8055000" cy="18522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97" name="Google Shape;297;p52"/>
          <p:cNvSpPr/>
          <p:nvPr>
            <p:ph idx="2" type="pic"/>
          </p:nvPr>
        </p:nvSpPr>
        <p:spPr>
          <a:xfrm>
            <a:off x="9609650" y="2266600"/>
            <a:ext cx="8055000" cy="4785600"/>
          </a:xfrm>
          <a:prstGeom prst="rect">
            <a:avLst/>
          </a:prstGeom>
          <a:noFill/>
          <a:ln>
            <a:noFill/>
          </a:ln>
        </p:spPr>
      </p:sp>
      <p:sp>
        <p:nvSpPr>
          <p:cNvPr id="298" name="Google Shape;298;p52"/>
          <p:cNvSpPr/>
          <p:nvPr>
            <p:ph idx="3" type="pic"/>
          </p:nvPr>
        </p:nvSpPr>
        <p:spPr>
          <a:xfrm>
            <a:off x="623450" y="2266600"/>
            <a:ext cx="8055000" cy="4785600"/>
          </a:xfrm>
          <a:prstGeom prst="rect">
            <a:avLst/>
          </a:prstGeom>
          <a:noFill/>
          <a:ln>
            <a:noFill/>
          </a:ln>
        </p:spPr>
      </p:sp>
      <p:sp>
        <p:nvSpPr>
          <p:cNvPr id="299" name="Google Shape;299;p52"/>
          <p:cNvSpPr txBox="1"/>
          <p:nvPr>
            <p:ph idx="4" type="body"/>
          </p:nvPr>
        </p:nvSpPr>
        <p:spPr>
          <a:xfrm>
            <a:off x="9609650" y="8160450"/>
            <a:ext cx="8055000" cy="18522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0" name="Google Shape;300;p5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1" name="Google Shape;301;p52"/>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52"/>
          <p:cNvSpPr txBox="1"/>
          <p:nvPr>
            <p:ph idx="5" type="subTitle"/>
          </p:nvPr>
        </p:nvSpPr>
        <p:spPr>
          <a:xfrm>
            <a:off x="623450" y="7165800"/>
            <a:ext cx="80550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3" name="Google Shape;303;p52"/>
          <p:cNvSpPr txBox="1"/>
          <p:nvPr>
            <p:ph idx="6" type="subTitle"/>
          </p:nvPr>
        </p:nvSpPr>
        <p:spPr>
          <a:xfrm>
            <a:off x="9609650" y="7165800"/>
            <a:ext cx="80550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04" name="Shape 304"/>
        <p:cNvGrpSpPr/>
        <p:nvPr/>
      </p:nvGrpSpPr>
      <p:grpSpPr>
        <a:xfrm>
          <a:off x="0" y="0"/>
          <a:ext cx="0" cy="0"/>
          <a:chOff x="0" y="0"/>
          <a:chExt cx="0" cy="0"/>
        </a:xfrm>
      </p:grpSpPr>
      <p:sp>
        <p:nvSpPr>
          <p:cNvPr id="305" name="Google Shape;305;p53"/>
          <p:cNvSpPr txBox="1"/>
          <p:nvPr>
            <p:ph idx="1" type="body"/>
          </p:nvPr>
        </p:nvSpPr>
        <p:spPr>
          <a:xfrm>
            <a:off x="62340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6" name="Google Shape;306;p53"/>
          <p:cNvSpPr/>
          <p:nvPr>
            <p:ph idx="2" type="pic"/>
          </p:nvPr>
        </p:nvSpPr>
        <p:spPr>
          <a:xfrm>
            <a:off x="12410450" y="2256650"/>
            <a:ext cx="5254200" cy="4546200"/>
          </a:xfrm>
          <a:prstGeom prst="rect">
            <a:avLst/>
          </a:prstGeom>
          <a:noFill/>
          <a:ln>
            <a:noFill/>
          </a:ln>
        </p:spPr>
      </p:sp>
      <p:sp>
        <p:nvSpPr>
          <p:cNvPr id="307" name="Google Shape;307;p53"/>
          <p:cNvSpPr/>
          <p:nvPr>
            <p:ph idx="3" type="pic"/>
          </p:nvPr>
        </p:nvSpPr>
        <p:spPr>
          <a:xfrm>
            <a:off x="623450" y="2256650"/>
            <a:ext cx="5254200" cy="4546200"/>
          </a:xfrm>
          <a:prstGeom prst="rect">
            <a:avLst/>
          </a:prstGeom>
          <a:noFill/>
          <a:ln>
            <a:noFill/>
          </a:ln>
        </p:spPr>
      </p:sp>
      <p:sp>
        <p:nvSpPr>
          <p:cNvPr id="308" name="Google Shape;308;p53"/>
          <p:cNvSpPr txBox="1"/>
          <p:nvPr>
            <p:ph idx="4" type="body"/>
          </p:nvPr>
        </p:nvSpPr>
        <p:spPr>
          <a:xfrm>
            <a:off x="1241045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9" name="Google Shape;309;p53"/>
          <p:cNvSpPr/>
          <p:nvPr>
            <p:ph idx="5" type="pic"/>
          </p:nvPr>
        </p:nvSpPr>
        <p:spPr>
          <a:xfrm>
            <a:off x="6510500" y="2256650"/>
            <a:ext cx="5254200" cy="4546200"/>
          </a:xfrm>
          <a:prstGeom prst="rect">
            <a:avLst/>
          </a:prstGeom>
          <a:noFill/>
          <a:ln>
            <a:noFill/>
          </a:ln>
        </p:spPr>
      </p:sp>
      <p:sp>
        <p:nvSpPr>
          <p:cNvPr id="310" name="Google Shape;310;p53"/>
          <p:cNvSpPr txBox="1"/>
          <p:nvPr>
            <p:ph idx="6" type="body"/>
          </p:nvPr>
        </p:nvSpPr>
        <p:spPr>
          <a:xfrm>
            <a:off x="651050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1" name="Google Shape;311;p5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53"/>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13" name="Google Shape;313;p53"/>
          <p:cNvSpPr txBox="1"/>
          <p:nvPr>
            <p:ph idx="7" type="subTitle"/>
          </p:nvPr>
        </p:nvSpPr>
        <p:spPr>
          <a:xfrm>
            <a:off x="62345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14" name="Google Shape;314;p53"/>
          <p:cNvSpPr txBox="1"/>
          <p:nvPr>
            <p:ph idx="8" type="subTitle"/>
          </p:nvPr>
        </p:nvSpPr>
        <p:spPr>
          <a:xfrm>
            <a:off x="1241045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15" name="Google Shape;315;p53"/>
          <p:cNvSpPr txBox="1"/>
          <p:nvPr>
            <p:ph idx="9" type="subTitle"/>
          </p:nvPr>
        </p:nvSpPr>
        <p:spPr>
          <a:xfrm>
            <a:off x="651050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bg>
      <p:bgPr>
        <a:solidFill>
          <a:srgbClr val="FFFFFF"/>
        </a:solidFill>
      </p:bgPr>
    </p:bg>
    <p:spTree>
      <p:nvGrpSpPr>
        <p:cNvPr id="316" name="Shape 316"/>
        <p:cNvGrpSpPr/>
        <p:nvPr/>
      </p:nvGrpSpPr>
      <p:grpSpPr>
        <a:xfrm>
          <a:off x="0" y="0"/>
          <a:ext cx="0" cy="0"/>
          <a:chOff x="0" y="0"/>
          <a:chExt cx="0" cy="0"/>
        </a:xfrm>
      </p:grpSpPr>
      <p:sp>
        <p:nvSpPr>
          <p:cNvPr id="317" name="Google Shape;317;p5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18" name="Google Shape;318;p54"/>
          <p:cNvSpPr/>
          <p:nvPr/>
        </p:nvSpPr>
        <p:spPr>
          <a:xfrm>
            <a:off x="-537300" y="-976900"/>
            <a:ext cx="19538400" cy="11918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ONLY_2">
    <p:spTree>
      <p:nvGrpSpPr>
        <p:cNvPr id="319" name="Shape 319"/>
        <p:cNvGrpSpPr/>
        <p:nvPr/>
      </p:nvGrpSpPr>
      <p:grpSpPr>
        <a:xfrm>
          <a:off x="0" y="0"/>
          <a:ext cx="0" cy="0"/>
          <a:chOff x="0" y="0"/>
          <a:chExt cx="0" cy="0"/>
        </a:xfrm>
      </p:grpSpPr>
      <p:sp>
        <p:nvSpPr>
          <p:cNvPr id="320" name="Google Shape;320;p55"/>
          <p:cNvSpPr txBox="1"/>
          <p:nvPr>
            <p:ph idx="12" type="sldNum"/>
          </p:nvPr>
        </p:nvSpPr>
        <p:spPr>
          <a:xfrm>
            <a:off x="16944916" y="9326434"/>
            <a:ext cx="1097400" cy="787200"/>
          </a:xfrm>
          <a:prstGeom prst="rect">
            <a:avLst/>
          </a:prstGeom>
        </p:spPr>
        <p:txBody>
          <a:bodyPr anchorCtr="0" anchor="ctr" bIns="91450" lIns="91450" spcFirstLastPara="1" rIns="91450" wrap="square" tIns="91450">
            <a:norm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TITLE_ONLY_3">
    <p:spTree>
      <p:nvGrpSpPr>
        <p:cNvPr id="321" name="Shape 321"/>
        <p:cNvGrpSpPr/>
        <p:nvPr/>
      </p:nvGrpSpPr>
      <p:grpSpPr>
        <a:xfrm>
          <a:off x="0" y="0"/>
          <a:ext cx="0" cy="0"/>
          <a:chOff x="0" y="0"/>
          <a:chExt cx="0" cy="0"/>
        </a:xfrm>
      </p:grpSpPr>
      <p:sp>
        <p:nvSpPr>
          <p:cNvPr id="322" name="Google Shape;322;p56"/>
          <p:cNvSpPr txBox="1"/>
          <p:nvPr>
            <p:ph idx="12" type="sldNum"/>
          </p:nvPr>
        </p:nvSpPr>
        <p:spPr>
          <a:xfrm>
            <a:off x="16944916" y="9326434"/>
            <a:ext cx="1097400" cy="787200"/>
          </a:xfrm>
          <a:prstGeom prst="rect">
            <a:avLst/>
          </a:prstGeom>
        </p:spPr>
        <p:txBody>
          <a:bodyPr anchorCtr="0" anchor="ctr" bIns="91450" lIns="91450" spcFirstLastPara="1" rIns="91450" wrap="square" tIns="91450">
            <a:norm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20" Type="http://schemas.openxmlformats.org/officeDocument/2006/relationships/slideLayout" Target="../slideLayouts/slideLayout3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22" Type="http://schemas.openxmlformats.org/officeDocument/2006/relationships/slideLayout" Target="../slideLayouts/slideLayout32.xml"/><Relationship Id="rId44" Type="http://schemas.openxmlformats.org/officeDocument/2006/relationships/slideLayout" Target="../slideLayouts/slideLayout54.xml"/><Relationship Id="rId21" Type="http://schemas.openxmlformats.org/officeDocument/2006/relationships/slideLayout" Target="../slideLayouts/slideLayout31.xml"/><Relationship Id="rId43" Type="http://schemas.openxmlformats.org/officeDocument/2006/relationships/slideLayout" Target="../slideLayouts/slideLayout53.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45" Type="http://schemas.openxmlformats.org/officeDocument/2006/relationships/theme" Target="../theme/theme1.xml"/><Relationship Id="rId1" Type="http://schemas.openxmlformats.org/officeDocument/2006/relationships/image" Target="../media/image6.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11" Type="http://schemas.openxmlformats.org/officeDocument/2006/relationships/slideLayout" Target="../slideLayouts/slideLayout21.xml"/><Relationship Id="rId33" Type="http://schemas.openxmlformats.org/officeDocument/2006/relationships/slideLayout" Target="../slideLayouts/slideLayout43.xml"/><Relationship Id="rId10" Type="http://schemas.openxmlformats.org/officeDocument/2006/relationships/slideLayout" Target="../slideLayouts/slideLayout20.xml"/><Relationship Id="rId32" Type="http://schemas.openxmlformats.org/officeDocument/2006/relationships/slideLayout" Target="../slideLayouts/slideLayout42.xml"/><Relationship Id="rId13" Type="http://schemas.openxmlformats.org/officeDocument/2006/relationships/slideLayout" Target="../slideLayouts/slideLayout23.xml"/><Relationship Id="rId35" Type="http://schemas.openxmlformats.org/officeDocument/2006/relationships/slideLayout" Target="../slideLayouts/slideLayout45.xml"/><Relationship Id="rId12" Type="http://schemas.openxmlformats.org/officeDocument/2006/relationships/slideLayout" Target="../slideLayouts/slideLayout22.xml"/><Relationship Id="rId34" Type="http://schemas.openxmlformats.org/officeDocument/2006/relationships/slideLayout" Target="../slideLayouts/slideLayout44.xml"/><Relationship Id="rId15" Type="http://schemas.openxmlformats.org/officeDocument/2006/relationships/slideLayout" Target="../slideLayouts/slideLayout25.xml"/><Relationship Id="rId37" Type="http://schemas.openxmlformats.org/officeDocument/2006/relationships/slideLayout" Target="../slideLayouts/slideLayout47.xml"/><Relationship Id="rId14" Type="http://schemas.openxmlformats.org/officeDocument/2006/relationships/slideLayout" Target="../slideLayouts/slideLayout24.xml"/><Relationship Id="rId36" Type="http://schemas.openxmlformats.org/officeDocument/2006/relationships/slideLayout" Target="../slideLayouts/slideLayout46.xml"/><Relationship Id="rId17" Type="http://schemas.openxmlformats.org/officeDocument/2006/relationships/slideLayout" Target="../slideLayouts/slideLayout27.xml"/><Relationship Id="rId39" Type="http://schemas.openxmlformats.org/officeDocument/2006/relationships/slideLayout" Target="../slideLayouts/slideLayout49.xml"/><Relationship Id="rId16" Type="http://schemas.openxmlformats.org/officeDocument/2006/relationships/slideLayout" Target="../slideLayouts/slideLayout26.xml"/><Relationship Id="rId38" Type="http://schemas.openxmlformats.org/officeDocument/2006/relationships/slideLayout" Target="../slideLayouts/slideLayout48.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1pPr>
            <a:lvl2pPr lvl="1">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2pPr>
            <a:lvl3pPr lvl="2">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3pPr>
            <a:lvl4pPr lvl="3">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4pPr>
            <a:lvl5pPr lvl="4">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5pPr>
            <a:lvl6pPr lvl="5">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6pPr>
            <a:lvl7pPr lvl="6">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7pPr>
            <a:lvl8pPr lvl="7">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8pPr>
            <a:lvl9pPr lvl="8">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9pPr>
          </a:lstStyle>
          <a:p/>
        </p:txBody>
      </p:sp>
      <p:sp>
        <p:nvSpPr>
          <p:cNvPr id="52" name="Google Shape;52;p13"/>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spcBef>
                <a:spcPts val="0"/>
              </a:spcBef>
              <a:spcAft>
                <a:spcPts val="0"/>
              </a:spcAft>
              <a:buClr>
                <a:schemeClr val="dk1"/>
              </a:buClr>
              <a:buSzPts val="3600"/>
              <a:buFont typeface="Inter"/>
              <a:buChar char="●"/>
              <a:defRPr sz="3600">
                <a:solidFill>
                  <a:schemeClr val="dk1"/>
                </a:solidFill>
                <a:latin typeface="Inter"/>
                <a:ea typeface="Inter"/>
                <a:cs typeface="Inter"/>
                <a:sym typeface="Inter"/>
              </a:defRPr>
            </a:lvl1pPr>
            <a:lvl2pPr indent="-406400" lvl="1" marL="9144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2pPr>
            <a:lvl3pPr indent="-406400" lvl="2" marL="13716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3pPr>
            <a:lvl4pPr indent="-406400" lvl="3" marL="18288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4pPr>
            <a:lvl5pPr indent="-406400" lvl="4" marL="22860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5pPr>
            <a:lvl6pPr indent="-406400" lvl="5" marL="27432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6pPr>
            <a:lvl7pPr indent="-406400" lvl="6" marL="32004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7pPr>
            <a:lvl8pPr indent="-406400" lvl="7" marL="36576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8pPr>
            <a:lvl9pPr indent="-406400" lvl="8" marL="41148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9pPr>
          </a:lstStyle>
          <a:p/>
        </p:txBody>
      </p:sp>
      <p:sp>
        <p:nvSpPr>
          <p:cNvPr id="53" name="Google Shape;53;p1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a:blip r:embed="rId1">
            <a:alphaModFix/>
          </a:blip>
          <a:stretch>
            <a:fillRect/>
          </a:stretch>
        </p:blipFill>
        <p:spPr>
          <a:xfrm>
            <a:off x="16139575" y="9758001"/>
            <a:ext cx="1969824" cy="215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7"/>
          <p:cNvSpPr txBox="1"/>
          <p:nvPr>
            <p:ph idx="4294967295" type="title"/>
          </p:nvPr>
        </p:nvSpPr>
        <p:spPr>
          <a:xfrm>
            <a:off x="623400" y="3872550"/>
            <a:ext cx="17041200" cy="1145400"/>
          </a:xfrm>
          <a:prstGeom prst="rect">
            <a:avLst/>
          </a:prstGeom>
        </p:spPr>
        <p:txBody>
          <a:bodyPr anchorCtr="0" anchor="b" bIns="91450" lIns="91450" spcFirstLastPara="1" rIns="91450" wrap="square" tIns="91450">
            <a:noAutofit/>
          </a:bodyPr>
          <a:lstStyle/>
          <a:p>
            <a:pPr indent="0" lvl="0" marL="0" rtl="0" algn="l">
              <a:spcBef>
                <a:spcPts val="0"/>
              </a:spcBef>
              <a:spcAft>
                <a:spcPts val="0"/>
              </a:spcAft>
              <a:buNone/>
            </a:pPr>
            <a:r>
              <a:rPr lang="en" sz="4800">
                <a:latin typeface="Roboto Mono SemiBold"/>
                <a:ea typeface="Roboto Mono SemiBold"/>
                <a:cs typeface="Roboto Mono SemiBold"/>
                <a:sym typeface="Roboto Mono SemiBold"/>
              </a:rPr>
              <a:t>duolingo</a:t>
            </a:r>
            <a:endParaRPr sz="4800">
              <a:latin typeface="Roboto Mono SemiBold"/>
              <a:ea typeface="Roboto Mono SemiBold"/>
              <a:cs typeface="Roboto Mono SemiBold"/>
              <a:sym typeface="Roboto Mono SemiBold"/>
            </a:endParaRPr>
          </a:p>
        </p:txBody>
      </p:sp>
      <p:sp>
        <p:nvSpPr>
          <p:cNvPr id="328" name="Google Shape;328;p57"/>
          <p:cNvSpPr txBox="1"/>
          <p:nvPr/>
        </p:nvSpPr>
        <p:spPr>
          <a:xfrm>
            <a:off x="623400" y="9211400"/>
            <a:ext cx="63357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Roboto Mono Medium"/>
                <a:ea typeface="Roboto Mono Medium"/>
                <a:cs typeface="Roboto Mono Medium"/>
                <a:sym typeface="Roboto Mono Medium"/>
              </a:rPr>
              <a:t>2026-02-11</a:t>
            </a:r>
            <a:endParaRPr>
              <a:latin typeface="Roboto Mono Medium"/>
              <a:ea typeface="Roboto Mono Medium"/>
              <a:cs typeface="Roboto Mono Medium"/>
              <a:sym typeface="Roboto Mono Medium"/>
            </a:endParaRPr>
          </a:p>
        </p:txBody>
      </p:sp>
      <p:grpSp>
        <p:nvGrpSpPr>
          <p:cNvPr id="329" name="Google Shape;329;p57"/>
          <p:cNvGrpSpPr/>
          <p:nvPr/>
        </p:nvGrpSpPr>
        <p:grpSpPr>
          <a:xfrm>
            <a:off x="623388" y="5334250"/>
            <a:ext cx="15150060" cy="1324800"/>
            <a:chOff x="693125" y="512875"/>
            <a:chExt cx="3250946" cy="662400"/>
          </a:xfrm>
        </p:grpSpPr>
        <p:sp>
          <p:nvSpPr>
            <p:cNvPr id="330" name="Google Shape;330;p5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31" name="Google Shape;331;p57"/>
            <p:cNvSpPr/>
            <p:nvPr/>
          </p:nvSpPr>
          <p:spPr>
            <a:xfrm>
              <a:off x="720271"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lang="en" sz="3000">
                  <a:solidFill>
                    <a:schemeClr val="dk1"/>
                  </a:solidFill>
                  <a:latin typeface="Roboto Mono SemiBold"/>
                  <a:ea typeface="Roboto Mono SemiBold"/>
                  <a:cs typeface="Roboto Mono SemiBold"/>
                  <a:sym typeface="Roboto Mono SemiBold"/>
                </a:rPr>
                <a:t>Instagram</a:t>
              </a:r>
              <a:r>
                <a:rPr lang="en" sz="3000">
                  <a:solidFill>
                    <a:schemeClr val="dk1"/>
                  </a:solidFill>
                  <a:latin typeface="Roboto Mono SemiBold"/>
                  <a:ea typeface="Roboto Mono SemiBold"/>
                  <a:cs typeface="Roboto Mono SemiBold"/>
                  <a:sym typeface="Roboto Mono SemiBold"/>
                </a:rPr>
                <a:t> Profile Analysis Presentation</a:t>
              </a:r>
              <a:endParaRPr b="1" sz="3600">
                <a:solidFill>
                  <a:schemeClr val="dk1"/>
                </a:solidFill>
                <a:latin typeface="Roboto Mono"/>
                <a:ea typeface="Roboto Mono"/>
                <a:cs typeface="Roboto Mono"/>
                <a:sym typeface="Roboto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p58"/>
          <p:cNvGrpSpPr/>
          <p:nvPr/>
        </p:nvGrpSpPr>
        <p:grpSpPr>
          <a:xfrm>
            <a:off x="612875" y="1478675"/>
            <a:ext cx="6600000" cy="1324800"/>
            <a:chOff x="693125" y="512875"/>
            <a:chExt cx="3300000" cy="662400"/>
          </a:xfrm>
        </p:grpSpPr>
        <p:sp>
          <p:nvSpPr>
            <p:cNvPr id="337" name="Google Shape;337;p58"/>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38" name="Google Shape;338;p58"/>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How to use this deck</a:t>
              </a:r>
              <a:endParaRPr sz="3600">
                <a:latin typeface="Inter"/>
                <a:ea typeface="Inter"/>
                <a:cs typeface="Inter"/>
                <a:sym typeface="Inter"/>
              </a:endParaRPr>
            </a:p>
          </p:txBody>
        </p:sp>
      </p:grpSp>
      <p:sp>
        <p:nvSpPr>
          <p:cNvPr id="339" name="Google Shape;339;p58"/>
          <p:cNvSpPr txBox="1"/>
          <p:nvPr>
            <p:ph idx="4294967295" type="body"/>
          </p:nvPr>
        </p:nvSpPr>
        <p:spPr>
          <a:xfrm>
            <a:off x="1325250" y="3064575"/>
            <a:ext cx="10311900" cy="6108600"/>
          </a:xfrm>
          <a:prstGeom prst="rect">
            <a:avLst/>
          </a:prstGeom>
        </p:spPr>
        <p:txBody>
          <a:bodyPr anchorCtr="0" anchor="ctr" bIns="182850" lIns="182850" spcFirstLastPara="1" rIns="182850" wrap="square" tIns="182850">
            <a:noAutofit/>
          </a:bodyPr>
          <a:lstStyle/>
          <a:p>
            <a:pPr indent="0" lvl="0" marL="0" rtl="0" algn="l">
              <a:spcBef>
                <a:spcPts val="0"/>
              </a:spcBef>
              <a:spcAft>
                <a:spcPts val="0"/>
              </a:spcAft>
              <a:buClr>
                <a:schemeClr val="dk1"/>
              </a:buClr>
              <a:buSzPts val="275"/>
              <a:buFont typeface="Arial"/>
              <a:buNone/>
            </a:pPr>
            <a:r>
              <a:rPr lang="en" sz="2200">
                <a:latin typeface="Roboto Mono"/>
                <a:ea typeface="Roboto Mono"/>
                <a:cs typeface="Roboto Mono"/>
                <a:sym typeface="Roboto Mono"/>
              </a:rPr>
              <a:t>This deck is your secret marketing intelligence tool and superpower. It’s your shortcut to finding the macro and micro nuggets of information and inspiration you need to craft killer strategy.</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By scouring this Instagram profile, we’ve tracked the conversations and content that matter. All of it has then been distilled to this presentation, so you know what matters to this audience.</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So use it to get inspired. Use it to learn. Use it to know more about this brand than your competition. But however you use it, use it wisely.</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Enjoy!</a:t>
            </a:r>
            <a:endParaRPr sz="2200">
              <a:latin typeface="Roboto Mono"/>
              <a:ea typeface="Roboto Mono"/>
              <a:cs typeface="Roboto Mono"/>
              <a:sym typeface="Roboto Mono"/>
            </a:endParaRPr>
          </a:p>
          <a:p>
            <a:pPr indent="0" lvl="0" marL="0" rtl="0" algn="l">
              <a:spcBef>
                <a:spcPts val="2400"/>
              </a:spcBef>
              <a:spcAft>
                <a:spcPts val="2400"/>
              </a:spcAft>
              <a:buSzPts val="275"/>
              <a:buNone/>
            </a:pPr>
            <a:r>
              <a:rPr lang="en" sz="2200">
                <a:latin typeface="Roboto Mono"/>
                <a:ea typeface="Roboto Mono"/>
                <a:cs typeface="Roboto Mono"/>
                <a:sym typeface="Roboto Mono"/>
              </a:rPr>
              <a:t>❤️ Autostrat Team</a:t>
            </a:r>
            <a:endParaRPr sz="2200">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cxnSp>
        <p:nvCxnSpPr>
          <p:cNvPr id="344" name="Google Shape;344;p59"/>
          <p:cNvCxnSpPr/>
          <p:nvPr/>
        </p:nvCxnSpPr>
        <p:spPr>
          <a:xfrm>
            <a:off x="670263" y="29112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345" name="Google Shape;345;p59"/>
          <p:cNvGrpSpPr/>
          <p:nvPr/>
        </p:nvGrpSpPr>
        <p:grpSpPr>
          <a:xfrm>
            <a:off x="670275" y="383825"/>
            <a:ext cx="6600000" cy="1324800"/>
            <a:chOff x="693125" y="512875"/>
            <a:chExt cx="3300000" cy="662400"/>
          </a:xfrm>
        </p:grpSpPr>
        <p:sp>
          <p:nvSpPr>
            <p:cNvPr id="346" name="Google Shape;346;p59"/>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47" name="Google Shape;347;p59"/>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Profile</a:t>
              </a:r>
              <a:endParaRPr sz="3600">
                <a:latin typeface="Inter"/>
                <a:ea typeface="Inter"/>
                <a:cs typeface="Inter"/>
                <a:sym typeface="Inter"/>
              </a:endParaRPr>
            </a:p>
          </p:txBody>
        </p:sp>
      </p:grpSp>
      <p:sp>
        <p:nvSpPr>
          <p:cNvPr id="348" name="Google Shape;348;p59"/>
          <p:cNvSpPr txBox="1"/>
          <p:nvPr/>
        </p:nvSpPr>
        <p:spPr>
          <a:xfrm>
            <a:off x="1487700" y="1928950"/>
            <a:ext cx="153126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oboto Mono"/>
                <a:ea typeface="Roboto Mono"/>
                <a:cs typeface="Roboto Mono"/>
                <a:sym typeface="Roboto Mono"/>
              </a:rPr>
              <a:t>Duolingo’s audience is a motivated, global tribe passionate about recognition and community. They seek fun, accessible learning but face frustration from app limits and insufficient support, craving inclusivity and authentic engagement.</a:t>
            </a:r>
            <a:endParaRPr sz="1600">
              <a:latin typeface="Roboto Mono"/>
              <a:ea typeface="Roboto Mono"/>
              <a:cs typeface="Roboto Mono"/>
              <a:sym typeface="Roboto Mono"/>
            </a:endParaRPr>
          </a:p>
        </p:txBody>
      </p:sp>
      <p:graphicFrame>
        <p:nvGraphicFramePr>
          <p:cNvPr id="349" name="Google Shape;349;p59"/>
          <p:cNvGraphicFramePr/>
          <p:nvPr/>
        </p:nvGraphicFramePr>
        <p:xfrm>
          <a:off x="478100" y="3156150"/>
          <a:ext cx="3000000" cy="3000000"/>
        </p:xfrm>
        <a:graphic>
          <a:graphicData uri="http://schemas.openxmlformats.org/drawingml/2006/table">
            <a:tbl>
              <a:tblPr>
                <a:noFill/>
                <a:tableStyleId>{28C887C3-77AA-4E90-BE72-6C8784FCAB83}</a:tableStyleId>
              </a:tblPr>
              <a:tblGrid>
                <a:gridCol w="5600450"/>
                <a:gridCol w="5600450"/>
                <a:gridCol w="5600450"/>
              </a:tblGrid>
              <a:tr h="2493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NEEDS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rtl="0" algn="ctr">
                        <a:spcBef>
                          <a:spcPts val="0"/>
                        </a:spcBef>
                        <a:spcAft>
                          <a:spcPts val="0"/>
                        </a:spcAft>
                        <a:buNone/>
                      </a:pPr>
                      <a:r>
                        <a:rPr lang="en" sz="1200">
                          <a:latin typeface="Roboto Mono"/>
                          <a:ea typeface="Roboto Mono"/>
                          <a:cs typeface="Roboto Mono"/>
                          <a:sym typeface="Roboto Mono"/>
                        </a:rPr>
                        <a:t>Desire for meaningful rewards recognizing long-term learning commitment</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Roboto Mono"/>
                          <a:ea typeface="Roboto Mono"/>
                          <a:cs typeface="Roboto Mono"/>
                          <a:sym typeface="Roboto Mono"/>
                        </a:rPr>
                        <a:t>Clear, responsive customer support to resolve streaming or app issues quickly</a:t>
                      </a:r>
                      <a:endParaRPr sz="1200">
                        <a:solidFill>
                          <a:srgbClr val="000000"/>
                        </a:solidFill>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Roboto Mono"/>
                          <a:ea typeface="Roboto Mono"/>
                          <a:cs typeface="Roboto Mono"/>
                          <a:sym typeface="Roboto Mono"/>
                        </a:rPr>
                        <a:t>Accessible, inclusive language options reflecting global user diversity</a:t>
                      </a:r>
                      <a:endParaRPr sz="1200">
                        <a:solidFill>
                          <a:srgbClr val="000000"/>
                        </a:solidFill>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OBJECTIONS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Frustration with monetization and feature changes perceived as restrictive</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Skepticism about inclusivity efforts, especially LGBTQ+ content in education</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Distrust arising from perceived poor app reliability and opaque subscription practices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DESIRES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Achieve mastery and social recognition through consistent learning streaks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Belong to a vibrant, supportive global community sharing the language journey</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Access education easily and on their own terms, avoiding friction and limits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PAIN POINTS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App feature changes disrupt user experience and learning momentum</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Insufficient customer support and slow response to user issues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Limited language offerings leave many users underserved and disengaged</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idx="4294967295" type="title"/>
          </p:nvPr>
        </p:nvSpPr>
        <p:spPr>
          <a:xfrm>
            <a:off x="319450" y="2200425"/>
            <a:ext cx="6117300" cy="3030600"/>
          </a:xfrm>
          <a:prstGeom prst="rect">
            <a:avLst/>
          </a:prstGeom>
        </p:spPr>
        <p:txBody>
          <a:bodyPr anchorCtr="0" anchor="ctr" bIns="91450" lIns="91450" spcFirstLastPara="1" rIns="91450" wrap="square" tIns="91450">
            <a:noAutofit/>
          </a:bodyPr>
          <a:lstStyle/>
          <a:p>
            <a:pPr indent="0" lvl="0" marL="0" marR="0" rtl="0" algn="l">
              <a:lnSpc>
                <a:spcPct val="100000"/>
              </a:lnSpc>
              <a:spcBef>
                <a:spcPts val="0"/>
              </a:spcBef>
              <a:spcAft>
                <a:spcPts val="2000"/>
              </a:spcAft>
              <a:buNone/>
            </a:pPr>
            <a:r>
              <a:rPr b="0" lang="en" sz="1400"/>
              <a:t>To win here, prioritize celebrating commitment visibly, leverage humor through a mascot persona, and embed partnerships in current culture with playful, timely content that feels genuine and community-rooted.</a:t>
            </a:r>
            <a:endParaRPr b="0" sz="1400"/>
          </a:p>
        </p:txBody>
      </p:sp>
      <p:grpSp>
        <p:nvGrpSpPr>
          <p:cNvPr id="355" name="Google Shape;355;p60"/>
          <p:cNvGrpSpPr/>
          <p:nvPr/>
        </p:nvGrpSpPr>
        <p:grpSpPr>
          <a:xfrm>
            <a:off x="670284" y="383825"/>
            <a:ext cx="9021870" cy="1324800"/>
            <a:chOff x="693125" y="512875"/>
            <a:chExt cx="3300000" cy="662400"/>
          </a:xfrm>
        </p:grpSpPr>
        <p:sp>
          <p:nvSpPr>
            <p:cNvPr id="356" name="Google Shape;356;p60"/>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57" name="Google Shape;357;p60"/>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How to Win With This Audience</a:t>
              </a:r>
              <a:endParaRPr b="1" sz="3600">
                <a:solidFill>
                  <a:schemeClr val="dk1"/>
                </a:solidFill>
                <a:latin typeface="Roboto Mono"/>
                <a:ea typeface="Roboto Mono"/>
                <a:cs typeface="Roboto Mono"/>
                <a:sym typeface="Roboto Mono"/>
              </a:endParaRPr>
            </a:p>
          </p:txBody>
        </p:sp>
      </p:grpSp>
      <p:grpSp>
        <p:nvGrpSpPr>
          <p:cNvPr id="358" name="Google Shape;358;p60"/>
          <p:cNvGrpSpPr/>
          <p:nvPr/>
        </p:nvGrpSpPr>
        <p:grpSpPr>
          <a:xfrm>
            <a:off x="7163875" y="3753833"/>
            <a:ext cx="10590650" cy="1143307"/>
            <a:chOff x="7163875" y="3715732"/>
            <a:chExt cx="10590650" cy="1143307"/>
          </a:xfrm>
        </p:grpSpPr>
        <p:sp>
          <p:nvSpPr>
            <p:cNvPr id="359" name="Google Shape;359;p60"/>
            <p:cNvSpPr/>
            <p:nvPr/>
          </p:nvSpPr>
          <p:spPr>
            <a:xfrm>
              <a:off x="7163875" y="3715732"/>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2</a:t>
              </a:r>
              <a:endParaRPr sz="2000">
                <a:latin typeface="Inter"/>
                <a:ea typeface="Inter"/>
                <a:cs typeface="Inter"/>
                <a:sym typeface="Inter"/>
              </a:endParaRPr>
            </a:p>
          </p:txBody>
        </p:sp>
        <p:sp>
          <p:nvSpPr>
            <p:cNvPr id="360" name="Google Shape;360;p60"/>
            <p:cNvSpPr/>
            <p:nvPr/>
          </p:nvSpPr>
          <p:spPr>
            <a:xfrm>
              <a:off x="10335225" y="3715739"/>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Use mascot-driven humor to humanize brand voice and invite playful engagement.</a:t>
              </a:r>
              <a:endParaRPr sz="1500">
                <a:solidFill>
                  <a:schemeClr val="dk1"/>
                </a:solidFill>
                <a:latin typeface="Roboto Mono"/>
                <a:ea typeface="Roboto Mono"/>
                <a:cs typeface="Roboto Mono"/>
                <a:sym typeface="Roboto Mono"/>
              </a:endParaRPr>
            </a:p>
          </p:txBody>
        </p:sp>
      </p:grpSp>
      <p:grpSp>
        <p:nvGrpSpPr>
          <p:cNvPr id="361" name="Google Shape;361;p60"/>
          <p:cNvGrpSpPr/>
          <p:nvPr/>
        </p:nvGrpSpPr>
        <p:grpSpPr>
          <a:xfrm>
            <a:off x="7163875" y="5307249"/>
            <a:ext cx="10590650" cy="1143306"/>
            <a:chOff x="7163875" y="5231047"/>
            <a:chExt cx="10590650" cy="1143306"/>
          </a:xfrm>
        </p:grpSpPr>
        <p:sp>
          <p:nvSpPr>
            <p:cNvPr id="362" name="Google Shape;362;p60"/>
            <p:cNvSpPr/>
            <p:nvPr/>
          </p:nvSpPr>
          <p:spPr>
            <a:xfrm>
              <a:off x="7163875" y="5231047"/>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3</a:t>
              </a:r>
              <a:endParaRPr sz="2000">
                <a:latin typeface="Inter"/>
                <a:ea typeface="Inter"/>
                <a:cs typeface="Inter"/>
                <a:sym typeface="Inter"/>
              </a:endParaRPr>
            </a:p>
          </p:txBody>
        </p:sp>
        <p:sp>
          <p:nvSpPr>
            <p:cNvPr id="363" name="Google Shape;363;p60"/>
            <p:cNvSpPr/>
            <p:nvPr/>
          </p:nvSpPr>
          <p:spPr>
            <a:xfrm>
              <a:off x="10335225" y="5231053"/>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Embed content in real-time cultural trends and viral meme formats relentlessly.</a:t>
              </a:r>
              <a:endParaRPr sz="1500">
                <a:solidFill>
                  <a:schemeClr val="dk1"/>
                </a:solidFill>
                <a:latin typeface="Roboto Mono"/>
                <a:ea typeface="Roboto Mono"/>
                <a:cs typeface="Roboto Mono"/>
                <a:sym typeface="Roboto Mono"/>
              </a:endParaRPr>
            </a:p>
          </p:txBody>
        </p:sp>
      </p:grpSp>
      <p:grpSp>
        <p:nvGrpSpPr>
          <p:cNvPr id="364" name="Google Shape;364;p60"/>
          <p:cNvGrpSpPr/>
          <p:nvPr/>
        </p:nvGrpSpPr>
        <p:grpSpPr>
          <a:xfrm>
            <a:off x="7163875" y="6860663"/>
            <a:ext cx="10590650" cy="1143305"/>
            <a:chOff x="7163875" y="6746362"/>
            <a:chExt cx="10590650" cy="1143305"/>
          </a:xfrm>
        </p:grpSpPr>
        <p:sp>
          <p:nvSpPr>
            <p:cNvPr id="365" name="Google Shape;365;p60"/>
            <p:cNvSpPr/>
            <p:nvPr/>
          </p:nvSpPr>
          <p:spPr>
            <a:xfrm>
              <a:off x="7163875" y="6746362"/>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4</a:t>
              </a:r>
              <a:endParaRPr sz="2000">
                <a:latin typeface="Inter"/>
                <a:ea typeface="Inter"/>
                <a:cs typeface="Inter"/>
                <a:sym typeface="Inter"/>
              </a:endParaRPr>
            </a:p>
          </p:txBody>
        </p:sp>
        <p:sp>
          <p:nvSpPr>
            <p:cNvPr id="366" name="Google Shape;366;p60"/>
            <p:cNvSpPr/>
            <p:nvPr/>
          </p:nvSpPr>
          <p:spPr>
            <a:xfrm>
              <a:off x="10335225" y="6746367"/>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Reward loyal behavior tangibly to deepen emotional connection and advocacy.</a:t>
              </a:r>
              <a:endParaRPr sz="1500">
                <a:solidFill>
                  <a:schemeClr val="dk1"/>
                </a:solidFill>
                <a:latin typeface="Roboto Mono"/>
                <a:ea typeface="Roboto Mono"/>
                <a:cs typeface="Roboto Mono"/>
                <a:sym typeface="Roboto Mono"/>
              </a:endParaRPr>
            </a:p>
          </p:txBody>
        </p:sp>
      </p:grpSp>
      <p:grpSp>
        <p:nvGrpSpPr>
          <p:cNvPr id="367" name="Google Shape;367;p60"/>
          <p:cNvGrpSpPr/>
          <p:nvPr/>
        </p:nvGrpSpPr>
        <p:grpSpPr>
          <a:xfrm>
            <a:off x="7163875" y="2200417"/>
            <a:ext cx="10590650" cy="1143308"/>
            <a:chOff x="7163875" y="2200417"/>
            <a:chExt cx="10590650" cy="1143308"/>
          </a:xfrm>
        </p:grpSpPr>
        <p:sp>
          <p:nvSpPr>
            <p:cNvPr id="368" name="Google Shape;368;p60"/>
            <p:cNvSpPr/>
            <p:nvPr/>
          </p:nvSpPr>
          <p:spPr>
            <a:xfrm>
              <a:off x="7163875" y="2200417"/>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Territory 1</a:t>
              </a:r>
              <a:endParaRPr sz="2000">
                <a:latin typeface="Inter"/>
                <a:ea typeface="Inter"/>
                <a:cs typeface="Inter"/>
                <a:sym typeface="Inter"/>
              </a:endParaRPr>
            </a:p>
          </p:txBody>
        </p:sp>
        <p:sp>
          <p:nvSpPr>
            <p:cNvPr id="369" name="Google Shape;369;p60"/>
            <p:cNvSpPr/>
            <p:nvPr/>
          </p:nvSpPr>
          <p:spPr>
            <a:xfrm>
              <a:off x="10335225" y="2200425"/>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Center campaigns around public learning achievements fueling social identity pride.</a:t>
              </a:r>
              <a:endParaRPr sz="1500">
                <a:solidFill>
                  <a:schemeClr val="dk1"/>
                </a:solidFill>
                <a:latin typeface="Roboto Mono"/>
                <a:ea typeface="Roboto Mono"/>
                <a:cs typeface="Roboto Mono"/>
                <a:sym typeface="Roboto Mono"/>
              </a:endParaRPr>
            </a:p>
          </p:txBody>
        </p:sp>
      </p:grpSp>
      <p:grpSp>
        <p:nvGrpSpPr>
          <p:cNvPr id="370" name="Google Shape;370;p60"/>
          <p:cNvGrpSpPr/>
          <p:nvPr/>
        </p:nvGrpSpPr>
        <p:grpSpPr>
          <a:xfrm>
            <a:off x="7163875" y="8414076"/>
            <a:ext cx="10590650" cy="1143303"/>
            <a:chOff x="7163875" y="8261676"/>
            <a:chExt cx="10590650" cy="1143303"/>
          </a:xfrm>
        </p:grpSpPr>
        <p:sp>
          <p:nvSpPr>
            <p:cNvPr id="371" name="Google Shape;371;p60"/>
            <p:cNvSpPr/>
            <p:nvPr/>
          </p:nvSpPr>
          <p:spPr>
            <a:xfrm>
              <a:off x="7163875" y="8261676"/>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5</a:t>
              </a:r>
              <a:endParaRPr sz="2000">
                <a:latin typeface="Inter"/>
                <a:ea typeface="Inter"/>
                <a:cs typeface="Inter"/>
                <a:sym typeface="Inter"/>
              </a:endParaRPr>
            </a:p>
          </p:txBody>
        </p:sp>
        <p:sp>
          <p:nvSpPr>
            <p:cNvPr id="372" name="Google Shape;372;p60"/>
            <p:cNvSpPr/>
            <p:nvPr/>
          </p:nvSpPr>
          <p:spPr>
            <a:xfrm>
              <a:off x="10335225" y="8261679"/>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Maintain daily, diverse formats to balance fresh relevance with audience stamina.</a:t>
              </a:r>
              <a:endParaRPr sz="1500">
                <a:solidFill>
                  <a:schemeClr val="dk1"/>
                </a:solidFill>
                <a:latin typeface="Roboto Mono"/>
                <a:ea typeface="Roboto Mono"/>
                <a:cs typeface="Roboto Mono"/>
                <a:sym typeface="Roboto Mono"/>
              </a:endParaRPr>
            </a:p>
          </p:txBody>
        </p:sp>
      </p:grpSp>
      <p:cxnSp>
        <p:nvCxnSpPr>
          <p:cNvPr id="373" name="Google Shape;373;p60"/>
          <p:cNvCxnSpPr/>
          <p:nvPr/>
        </p:nvCxnSpPr>
        <p:spPr>
          <a:xfrm flipH="1">
            <a:off x="6795813" y="3197050"/>
            <a:ext cx="9000" cy="5211300"/>
          </a:xfrm>
          <a:prstGeom prst="straightConnector1">
            <a:avLst/>
          </a:prstGeom>
          <a:noFill/>
          <a:ln cap="flat" cmpd="sng" w="38100">
            <a:solidFill>
              <a:srgbClr val="FFFFFF"/>
            </a:solidFill>
            <a:prstDash val="solid"/>
            <a:round/>
            <a:headEnd len="med" w="med" type="none"/>
            <a:tailEnd len="med" w="med" type="none"/>
          </a:ln>
        </p:spPr>
      </p:cxnSp>
      <p:sp>
        <p:nvSpPr>
          <p:cNvPr id="374" name="Google Shape;374;p60"/>
          <p:cNvSpPr/>
          <p:nvPr/>
        </p:nvSpPr>
        <p:spPr>
          <a:xfrm>
            <a:off x="319452" y="5425950"/>
            <a:ext cx="61173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Audience Verbatims</a:t>
            </a:r>
            <a:endParaRPr sz="2000">
              <a:latin typeface="Inter"/>
              <a:ea typeface="Inter"/>
              <a:cs typeface="Inter"/>
              <a:sym typeface="Inter"/>
            </a:endParaRPr>
          </a:p>
        </p:txBody>
      </p:sp>
      <p:sp>
        <p:nvSpPr>
          <p:cNvPr id="375" name="Google Shape;375;p60"/>
          <p:cNvSpPr/>
          <p:nvPr/>
        </p:nvSpPr>
        <p:spPr>
          <a:xfrm>
            <a:off x="319450" y="6156575"/>
            <a:ext cx="6117300" cy="3400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Duo, next week I’ll complete a 5-year streak :) You should send me something as a gift (you’re my longest relationship)</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hear you’re giving out merch now for long streaks? Is 1119 days long enough for you?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this made me remember to do my lesson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Hi Duolingo Team! I’m so happy my streak is back! 🌟 Thank you for all your support—daily learning with you has been super motivating!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I absolutely love Duolingo marketing</a:t>
            </a:r>
            <a:endParaRPr>
              <a:solidFill>
                <a:schemeClr val="dk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1"/>
          <p:cNvSpPr/>
          <p:nvPr/>
        </p:nvSpPr>
        <p:spPr>
          <a:xfrm>
            <a:off x="7514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a:solidFill>
                  <a:schemeClr val="dk1"/>
                </a:solidFill>
                <a:latin typeface="Roboto Mono"/>
                <a:ea typeface="Roboto Mono"/>
                <a:cs typeface="Roboto Mono"/>
                <a:sym typeface="Roboto Mono"/>
              </a:rPr>
              <a:t>Lifestyle and Beverage Brands</a:t>
            </a:r>
            <a:endParaRPr>
              <a:latin typeface="Inter"/>
              <a:ea typeface="Inter"/>
              <a:cs typeface="Inter"/>
              <a:sym typeface="Inter"/>
            </a:endParaRPr>
          </a:p>
        </p:txBody>
      </p:sp>
      <p:graphicFrame>
        <p:nvGraphicFramePr>
          <p:cNvPr id="381" name="Google Shape;381;p61"/>
          <p:cNvGraphicFramePr/>
          <p:nvPr/>
        </p:nvGraphicFramePr>
        <p:xfrm>
          <a:off x="600050" y="4181635"/>
          <a:ext cx="3000000" cy="3000000"/>
        </p:xfrm>
        <a:graphic>
          <a:graphicData uri="http://schemas.openxmlformats.org/drawingml/2006/table">
            <a:tbl>
              <a:tblPr>
                <a:noFill/>
                <a:tableStyleId>{28C887C3-77AA-4E90-BE72-6C8784FCAB83}</a:tableStyleId>
              </a:tblPr>
              <a:tblGrid>
                <a:gridCol w="4192625"/>
                <a:gridCol w="4192625"/>
                <a:gridCol w="4192625"/>
                <a:gridCol w="4192625"/>
              </a:tblGrid>
              <a:tr h="721525">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Lifestyle brands match Duolingo’s upbeat, social engagement style perfectly.</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Tech and learning brands fit Duolingo’s smart, playful educational ethos.</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Entertainment brands amplify impact via Duolingo’s viral pop culture play.</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Merch delivers physical validation stoking user pride and retention.</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41350">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r>
              <a:tr h="721525">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Duolingo’s playful, culturally aware persona aligns well with lifestyle and beverage brands targeting Gen Z, leveraging humor and mascot engagement to amplify brand presence in social contexts.</a:t>
                      </a:r>
                      <a:endParaRPr sz="1100"/>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Duolingo’s educational foundation combined with viral content models is ideal for tech-learning platforms seeking to humanize and gamify education with fresh, engaging voices.</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Duolingo’s timely pop culture tie-ins and viral dance-meme content perfectly suit entertainment brands aiming for cross-platform buzz and cultural relevance with younger audiences.</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Users’ desire for physical rewards linked to their learning streaks suggests apparel and merch brands can unlock potent emotional loyalty by materializing community achievements.</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3975">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r>
              <a:tr h="721525">
                <a:tc>
                  <a:txBody>
                    <a:bodyPr/>
                    <a:lstStyle/>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Create co-branded short videos featuring mascot cameo in everyday social scenarios.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Leverage streak milestones as campaign hooks tied to exclusive lifestyle product rewards.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Develop viral challenges integrating brand with language and social themes.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Co-develop interactive content aligning app features with mascot-driven humor.</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Host live-streamed educational challenges centered on streaks and rewards.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Launch user-generated content contests boosting product trial and advocacy.</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Co-create themed content tying media releases to mascot antics and memes.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Leverage trending hashtags and dances with co-branded influencer takeovers.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Produce episodic content combining language learning with entertainment formats.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Launch limited-edition lifestyle merch rewarding streak milestones and community events.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Integrate unboxing and reveal content featuring the mascot to turbocharge excitement.</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Host exclusive merchandise drops tied to viral social challenges.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382" name="Google Shape;382;p61"/>
          <p:cNvCxnSpPr/>
          <p:nvPr/>
        </p:nvCxnSpPr>
        <p:spPr>
          <a:xfrm flipH="1">
            <a:off x="4561950" y="3037413"/>
            <a:ext cx="8846700" cy="9000"/>
          </a:xfrm>
          <a:prstGeom prst="straightConnector1">
            <a:avLst/>
          </a:prstGeom>
          <a:noFill/>
          <a:ln cap="flat" cmpd="sng" w="38100">
            <a:solidFill>
              <a:srgbClr val="FFFFFF"/>
            </a:solidFill>
            <a:prstDash val="solid"/>
            <a:round/>
            <a:headEnd len="med" w="med" type="none"/>
            <a:tailEnd len="med" w="med" type="none"/>
          </a:ln>
        </p:spPr>
      </p:cxnSp>
      <p:sp>
        <p:nvSpPr>
          <p:cNvPr id="383" name="Google Shape;383;p61"/>
          <p:cNvSpPr txBox="1"/>
          <p:nvPr/>
        </p:nvSpPr>
        <p:spPr>
          <a:xfrm>
            <a:off x="1487700" y="2005150"/>
            <a:ext cx="153126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a:ea typeface="Roboto Mono"/>
                <a:cs typeface="Roboto Mono"/>
                <a:sym typeface="Roboto Mono"/>
              </a:rPr>
              <a:t>Duolingo’s Instagram strategy leverages mascot humor and social streak culture to engage Gen Z deeply. Partners in lifestyle, tech education, entertainment, and merch can co-create culturally relevant, interactive content to tap this energized audience effectively.</a:t>
            </a:r>
            <a:endParaRPr>
              <a:latin typeface="Roboto Mono"/>
              <a:ea typeface="Roboto Mono"/>
              <a:cs typeface="Roboto Mono"/>
              <a:sym typeface="Roboto Mono"/>
            </a:endParaRPr>
          </a:p>
        </p:txBody>
      </p:sp>
      <p:sp>
        <p:nvSpPr>
          <p:cNvPr id="384" name="Google Shape;384;p61"/>
          <p:cNvSpPr/>
          <p:nvPr/>
        </p:nvSpPr>
        <p:spPr>
          <a:xfrm>
            <a:off x="49813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Tech and Learning Tools</a:t>
            </a:r>
            <a:endParaRPr>
              <a:latin typeface="Inter"/>
              <a:ea typeface="Inter"/>
              <a:cs typeface="Inter"/>
              <a:sym typeface="Inter"/>
            </a:endParaRPr>
          </a:p>
        </p:txBody>
      </p:sp>
      <p:sp>
        <p:nvSpPr>
          <p:cNvPr id="385" name="Google Shape;385;p61"/>
          <p:cNvSpPr/>
          <p:nvPr/>
        </p:nvSpPr>
        <p:spPr>
          <a:xfrm>
            <a:off x="92112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Entertainment and Media</a:t>
            </a:r>
            <a:endParaRPr>
              <a:latin typeface="Inter"/>
              <a:ea typeface="Inter"/>
              <a:cs typeface="Inter"/>
              <a:sym typeface="Inter"/>
            </a:endParaRPr>
          </a:p>
        </p:txBody>
      </p:sp>
      <p:sp>
        <p:nvSpPr>
          <p:cNvPr id="386" name="Google Shape;386;p61"/>
          <p:cNvSpPr/>
          <p:nvPr/>
        </p:nvSpPr>
        <p:spPr>
          <a:xfrm>
            <a:off x="134411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Apparel and Merchandising</a:t>
            </a:r>
            <a:endParaRPr>
              <a:latin typeface="Inter"/>
              <a:ea typeface="Inter"/>
              <a:cs typeface="Inter"/>
              <a:sym typeface="Inter"/>
            </a:endParaRPr>
          </a:p>
        </p:txBody>
      </p:sp>
      <p:grpSp>
        <p:nvGrpSpPr>
          <p:cNvPr id="387" name="Google Shape;387;p61"/>
          <p:cNvGrpSpPr/>
          <p:nvPr/>
        </p:nvGrpSpPr>
        <p:grpSpPr>
          <a:xfrm>
            <a:off x="670232" y="383825"/>
            <a:ext cx="8915094" cy="1324800"/>
            <a:chOff x="693125" y="512875"/>
            <a:chExt cx="3268595" cy="662400"/>
          </a:xfrm>
        </p:grpSpPr>
        <p:sp>
          <p:nvSpPr>
            <p:cNvPr id="388" name="Google Shape;388;p61"/>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89" name="Google Shape;389;p61"/>
            <p:cNvSpPr/>
            <p:nvPr/>
          </p:nvSpPr>
          <p:spPr>
            <a:xfrm>
              <a:off x="737920"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Future </a:t>
              </a:r>
              <a:r>
                <a:rPr b="1" lang="en" sz="3600">
                  <a:solidFill>
                    <a:schemeClr val="dk1"/>
                  </a:solidFill>
                  <a:latin typeface="Roboto Mono"/>
                  <a:ea typeface="Roboto Mono"/>
                  <a:cs typeface="Roboto Mono"/>
                  <a:sym typeface="Roboto Mono"/>
                </a:rPr>
                <a:t>Sponsorship Suggestions</a:t>
              </a:r>
              <a:endParaRPr b="1" sz="3600">
                <a:solidFill>
                  <a:schemeClr val="dk1"/>
                </a:solidFill>
                <a:latin typeface="Roboto Mono"/>
                <a:ea typeface="Roboto Mono"/>
                <a:cs typeface="Roboto Mono"/>
                <a:sym typeface="Roboto Mon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pSp>
        <p:nvGrpSpPr>
          <p:cNvPr id="394" name="Google Shape;394;p62"/>
          <p:cNvGrpSpPr/>
          <p:nvPr/>
        </p:nvGrpSpPr>
        <p:grpSpPr>
          <a:xfrm>
            <a:off x="670277" y="383825"/>
            <a:ext cx="8092590" cy="1324800"/>
            <a:chOff x="693125" y="512875"/>
            <a:chExt cx="3300000" cy="662400"/>
          </a:xfrm>
        </p:grpSpPr>
        <p:sp>
          <p:nvSpPr>
            <p:cNvPr id="395" name="Google Shape;395;p62"/>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96" name="Google Shape;396;p62"/>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Engagement Analysis</a:t>
              </a:r>
              <a:endParaRPr b="1" sz="3600">
                <a:solidFill>
                  <a:schemeClr val="dk1"/>
                </a:solidFill>
                <a:latin typeface="Roboto Mono"/>
                <a:ea typeface="Roboto Mono"/>
                <a:cs typeface="Roboto Mono"/>
                <a:sym typeface="Roboto Mono"/>
              </a:endParaRPr>
            </a:p>
          </p:txBody>
        </p:sp>
      </p:grpSp>
      <p:pic>
        <p:nvPicPr>
          <p:cNvPr id="397" name="Google Shape;397;p62"/>
          <p:cNvPicPr preferRelativeResize="0"/>
          <p:nvPr/>
        </p:nvPicPr>
        <p:blipFill>
          <a:blip r:embed="rId3">
            <a:alphaModFix/>
          </a:blip>
          <a:stretch>
            <a:fillRect/>
          </a:stretch>
        </p:blipFill>
        <p:spPr>
          <a:xfrm>
            <a:off x="5697433" y="2163450"/>
            <a:ext cx="11594500" cy="6956700"/>
          </a:xfrm>
          <a:prstGeom prst="rect">
            <a:avLst/>
          </a:prstGeom>
          <a:noFill/>
          <a:ln cap="flat" cmpd="sng" w="9525">
            <a:solidFill>
              <a:srgbClr val="595959"/>
            </a:solidFill>
            <a:prstDash val="solid"/>
            <a:round/>
            <a:headEnd len="sm" w="sm" type="none"/>
            <a:tailEnd len="sm" w="sm" type="none"/>
          </a:ln>
        </p:spPr>
      </p:pic>
      <p:sp>
        <p:nvSpPr>
          <p:cNvPr id="398" name="Google Shape;398;p62"/>
          <p:cNvSpPr/>
          <p:nvPr/>
        </p:nvSpPr>
        <p:spPr>
          <a:xfrm>
            <a:off x="746475" y="2161800"/>
            <a:ext cx="39852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Summary</a:t>
            </a:r>
            <a:endParaRPr sz="2000">
              <a:latin typeface="Inter"/>
              <a:ea typeface="Inter"/>
              <a:cs typeface="Inter"/>
              <a:sym typeface="Inter"/>
            </a:endParaRPr>
          </a:p>
        </p:txBody>
      </p:sp>
      <p:sp>
        <p:nvSpPr>
          <p:cNvPr id="399" name="Google Shape;399;p62"/>
          <p:cNvSpPr/>
          <p:nvPr/>
        </p:nvSpPr>
        <p:spPr>
          <a:xfrm>
            <a:off x="746475" y="2972575"/>
            <a:ext cx="3985200" cy="614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Audience engagement is deeply driven by humor and relatability, with meme-based videos and mascot-led skits pulling significant likes and comments.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Episodes linking real struggles—like streak continuity—and pop culture references ignite conversation and shares.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Vibrant replies from Duolingo amplify this, creating a dialogue loop that strengthens community loyalty.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Clr>
                <a:srgbClr val="000000"/>
              </a:buClr>
              <a:buSzPts val="275"/>
              <a:buFont typeface="Arial"/>
              <a:buNone/>
            </a:pPr>
            <a:r>
              <a:rPr lang="en">
                <a:solidFill>
                  <a:schemeClr val="dk1"/>
                </a:solidFill>
                <a:latin typeface="Roboto Mono"/>
                <a:ea typeface="Roboto Mono"/>
                <a:cs typeface="Roboto Mono"/>
                <a:sym typeface="Roboto Mono"/>
              </a:rPr>
              <a:t>Conversely, posts around less-loved product changes see vocal negativity, evidencing authentic emotional investment that can swing either way.</a:t>
            </a:r>
            <a:endParaRPr>
              <a:solidFill>
                <a:schemeClr val="dk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cxnSp>
        <p:nvCxnSpPr>
          <p:cNvPr id="404" name="Google Shape;404;p63"/>
          <p:cNvCxnSpPr/>
          <p:nvPr/>
        </p:nvCxnSpPr>
        <p:spPr>
          <a:xfrm flipH="1" rot="10800000">
            <a:off x="670263" y="2690763"/>
            <a:ext cx="16583400" cy="19800"/>
          </a:xfrm>
          <a:prstGeom prst="straightConnector1">
            <a:avLst/>
          </a:prstGeom>
          <a:noFill/>
          <a:ln cap="flat" cmpd="sng" w="38100">
            <a:solidFill>
              <a:srgbClr val="FFFFFF"/>
            </a:solidFill>
            <a:prstDash val="solid"/>
            <a:round/>
            <a:headEnd len="med" w="med" type="none"/>
            <a:tailEnd len="med" w="med" type="none"/>
          </a:ln>
        </p:spPr>
      </p:cxnSp>
      <p:grpSp>
        <p:nvGrpSpPr>
          <p:cNvPr id="405" name="Google Shape;405;p63"/>
          <p:cNvGrpSpPr/>
          <p:nvPr/>
        </p:nvGrpSpPr>
        <p:grpSpPr>
          <a:xfrm>
            <a:off x="670275" y="383825"/>
            <a:ext cx="6600000" cy="1324800"/>
            <a:chOff x="693125" y="512875"/>
            <a:chExt cx="3300000" cy="662400"/>
          </a:xfrm>
        </p:grpSpPr>
        <p:sp>
          <p:nvSpPr>
            <p:cNvPr id="406" name="Google Shape;406;p63"/>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07" name="Google Shape;407;p63"/>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Snapshot</a:t>
              </a:r>
              <a:endParaRPr sz="3600">
                <a:latin typeface="Inter"/>
                <a:ea typeface="Inter"/>
                <a:cs typeface="Inter"/>
                <a:sym typeface="Inter"/>
              </a:endParaRPr>
            </a:p>
          </p:txBody>
        </p:sp>
      </p:grpSp>
      <p:sp>
        <p:nvSpPr>
          <p:cNvPr id="408" name="Google Shape;408;p63"/>
          <p:cNvSpPr txBox="1"/>
          <p:nvPr/>
        </p:nvSpPr>
        <p:spPr>
          <a:xfrm>
            <a:off x="670275" y="1876450"/>
            <a:ext cx="141315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500">
                <a:latin typeface="Roboto Mono"/>
                <a:ea typeface="Roboto Mono"/>
                <a:cs typeface="Roboto Mono"/>
                <a:sym typeface="Roboto Mono"/>
              </a:rPr>
              <a:t>We’ve scoured this profile to understand how this account speaks to their audience while uncovering the real conversations, emotions, wants and needs happening in the comments.</a:t>
            </a:r>
            <a:endParaRPr sz="1500">
              <a:latin typeface="Roboto Mono"/>
              <a:ea typeface="Roboto Mono"/>
              <a:cs typeface="Roboto Mono"/>
              <a:sym typeface="Roboto Mono"/>
            </a:endParaRPr>
          </a:p>
        </p:txBody>
      </p:sp>
      <p:sp>
        <p:nvSpPr>
          <p:cNvPr id="409" name="Google Shape;409;p63"/>
          <p:cNvSpPr/>
          <p:nvPr/>
        </p:nvSpPr>
        <p:spPr>
          <a:xfrm>
            <a:off x="721850" y="3850775"/>
            <a:ext cx="36846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duolingo</a:t>
            </a:r>
            <a:endParaRPr sz="2000">
              <a:latin typeface="Inter"/>
              <a:ea typeface="Inter"/>
              <a:cs typeface="Inter"/>
              <a:sym typeface="Inter"/>
            </a:endParaRPr>
          </a:p>
        </p:txBody>
      </p:sp>
      <p:sp>
        <p:nvSpPr>
          <p:cNvPr id="410" name="Google Shape;410;p63"/>
          <p:cNvSpPr/>
          <p:nvPr/>
        </p:nvSpPr>
        <p:spPr>
          <a:xfrm>
            <a:off x="5058625" y="6553529"/>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Likes</a:t>
            </a:r>
            <a:endParaRPr sz="2000">
              <a:latin typeface="Inter"/>
              <a:ea typeface="Inter"/>
              <a:cs typeface="Inter"/>
              <a:sym typeface="Inter"/>
            </a:endParaRPr>
          </a:p>
        </p:txBody>
      </p:sp>
      <p:sp>
        <p:nvSpPr>
          <p:cNvPr id="411" name="Google Shape;411;p63"/>
          <p:cNvSpPr/>
          <p:nvPr/>
        </p:nvSpPr>
        <p:spPr>
          <a:xfrm>
            <a:off x="9451906" y="6553517"/>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Comments</a:t>
            </a:r>
            <a:endParaRPr sz="2000">
              <a:latin typeface="Inter"/>
              <a:ea typeface="Inter"/>
              <a:cs typeface="Inter"/>
              <a:sym typeface="Inter"/>
            </a:endParaRPr>
          </a:p>
        </p:txBody>
      </p:sp>
      <p:pic>
        <p:nvPicPr>
          <p:cNvPr id="412" name="Google Shape;412;p63"/>
          <p:cNvPicPr preferRelativeResize="0"/>
          <p:nvPr/>
        </p:nvPicPr>
        <p:blipFill>
          <a:blip r:embed="rId3">
            <a:alphaModFix/>
          </a:blip>
          <a:stretch>
            <a:fillRect/>
          </a:stretch>
        </p:blipFill>
        <p:spPr>
          <a:xfrm>
            <a:off x="983300" y="4634350"/>
            <a:ext cx="3161700" cy="3161700"/>
          </a:xfrm>
          <a:prstGeom prst="rect">
            <a:avLst/>
          </a:prstGeom>
          <a:noFill/>
          <a:ln cap="flat" cmpd="sng" w="9525">
            <a:solidFill>
              <a:srgbClr val="595959"/>
            </a:solidFill>
            <a:prstDash val="solid"/>
            <a:round/>
            <a:headEnd len="sm" w="sm" type="none"/>
            <a:tailEnd len="sm" w="sm" type="none"/>
          </a:ln>
        </p:spPr>
      </p:pic>
      <p:sp>
        <p:nvSpPr>
          <p:cNvPr id="413" name="Google Shape;413;p63"/>
          <p:cNvSpPr/>
          <p:nvPr/>
        </p:nvSpPr>
        <p:spPr>
          <a:xfrm>
            <a:off x="7228793" y="4087199"/>
            <a:ext cx="35331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Followers</a:t>
            </a:r>
            <a:endParaRPr sz="2000">
              <a:latin typeface="Inter"/>
              <a:ea typeface="Inter"/>
              <a:cs typeface="Inter"/>
              <a:sym typeface="Inter"/>
            </a:endParaRPr>
          </a:p>
        </p:txBody>
      </p:sp>
      <p:sp>
        <p:nvSpPr>
          <p:cNvPr id="414" name="Google Shape;414;p63"/>
          <p:cNvSpPr txBox="1"/>
          <p:nvPr/>
        </p:nvSpPr>
        <p:spPr>
          <a:xfrm>
            <a:off x="7228793" y="4703186"/>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solidFill>
                  <a:schemeClr val="dk1"/>
                </a:solidFill>
                <a:latin typeface="Roboto Mono"/>
                <a:ea typeface="Roboto Mono"/>
                <a:cs typeface="Roboto Mono"/>
                <a:sym typeface="Roboto Mono"/>
              </a:rPr>
              <a:t>4,779,731</a:t>
            </a:r>
            <a:endParaRPr b="1" sz="2200">
              <a:solidFill>
                <a:schemeClr val="dk1"/>
              </a:solidFill>
              <a:latin typeface="Roboto Mono"/>
              <a:ea typeface="Roboto Mono"/>
              <a:cs typeface="Roboto Mono"/>
              <a:sym typeface="Roboto Mono"/>
            </a:endParaRPr>
          </a:p>
        </p:txBody>
      </p:sp>
      <p:sp>
        <p:nvSpPr>
          <p:cNvPr id="415" name="Google Shape;415;p63"/>
          <p:cNvSpPr/>
          <p:nvPr/>
        </p:nvSpPr>
        <p:spPr>
          <a:xfrm>
            <a:off x="12041321" y="4087188"/>
            <a:ext cx="35331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Following</a:t>
            </a:r>
            <a:endParaRPr sz="2000">
              <a:latin typeface="Inter"/>
              <a:ea typeface="Inter"/>
              <a:cs typeface="Inter"/>
              <a:sym typeface="Inter"/>
            </a:endParaRPr>
          </a:p>
        </p:txBody>
      </p:sp>
      <p:sp>
        <p:nvSpPr>
          <p:cNvPr id="416" name="Google Shape;416;p63"/>
          <p:cNvSpPr txBox="1"/>
          <p:nvPr/>
        </p:nvSpPr>
        <p:spPr>
          <a:xfrm>
            <a:off x="12041321" y="4703174"/>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291</a:t>
            </a:r>
            <a:endParaRPr b="1" sz="2200">
              <a:solidFill>
                <a:srgbClr val="000000"/>
              </a:solidFill>
              <a:latin typeface="Roboto Mono"/>
              <a:ea typeface="Roboto Mono"/>
              <a:cs typeface="Roboto Mono"/>
              <a:sym typeface="Roboto Mono"/>
            </a:endParaRPr>
          </a:p>
        </p:txBody>
      </p:sp>
      <p:sp>
        <p:nvSpPr>
          <p:cNvPr id="417" name="Google Shape;417;p63"/>
          <p:cNvSpPr/>
          <p:nvPr/>
        </p:nvSpPr>
        <p:spPr>
          <a:xfrm>
            <a:off x="13845186" y="6553529"/>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Engagement Rate</a:t>
            </a:r>
            <a:endParaRPr sz="2000">
              <a:latin typeface="Inter"/>
              <a:ea typeface="Inter"/>
              <a:cs typeface="Inter"/>
              <a:sym typeface="Inter"/>
            </a:endParaRPr>
          </a:p>
        </p:txBody>
      </p:sp>
      <p:sp>
        <p:nvSpPr>
          <p:cNvPr id="418" name="Google Shape;418;p63"/>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1200">
                <a:solidFill>
                  <a:srgbClr val="000000"/>
                </a:solidFill>
                <a:latin typeface="Roboto Mono"/>
                <a:ea typeface="Roboto Mono"/>
                <a:cs typeface="Roboto Mono"/>
                <a:sym typeface="Roboto Mono"/>
              </a:rPr>
              <a:t>All performance and averages are based on last 50 uploads</a:t>
            </a:r>
            <a:endParaRPr sz="12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Engagement rate calculated as comments and likes over followers</a:t>
            </a:r>
            <a:endParaRPr sz="1200">
              <a:latin typeface="Roboto Mono"/>
              <a:ea typeface="Roboto Mono"/>
              <a:cs typeface="Roboto Mono"/>
              <a:sym typeface="Roboto Mono"/>
            </a:endParaRPr>
          </a:p>
        </p:txBody>
      </p:sp>
      <p:cxnSp>
        <p:nvCxnSpPr>
          <p:cNvPr id="419" name="Google Shape;419;p63"/>
          <p:cNvCxnSpPr/>
          <p:nvPr/>
        </p:nvCxnSpPr>
        <p:spPr>
          <a:xfrm flipH="1">
            <a:off x="6507247" y="5977000"/>
            <a:ext cx="9689700" cy="8700"/>
          </a:xfrm>
          <a:prstGeom prst="straightConnector1">
            <a:avLst/>
          </a:prstGeom>
          <a:noFill/>
          <a:ln cap="flat" cmpd="sng" w="38100">
            <a:solidFill>
              <a:srgbClr val="FFFFFF"/>
            </a:solidFill>
            <a:prstDash val="solid"/>
            <a:round/>
            <a:headEnd len="med" w="med" type="none"/>
            <a:tailEnd len="med" w="med" type="none"/>
          </a:ln>
        </p:spPr>
      </p:cxnSp>
      <p:sp>
        <p:nvSpPr>
          <p:cNvPr id="420" name="Google Shape;420;p63"/>
          <p:cNvSpPr txBox="1"/>
          <p:nvPr/>
        </p:nvSpPr>
        <p:spPr>
          <a:xfrm>
            <a:off x="5058618"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98,092</a:t>
            </a:r>
            <a:endParaRPr b="1" sz="2200">
              <a:solidFill>
                <a:srgbClr val="000000"/>
              </a:solidFill>
              <a:latin typeface="Roboto Mono"/>
              <a:ea typeface="Roboto Mono"/>
              <a:cs typeface="Roboto Mono"/>
              <a:sym typeface="Roboto Mono"/>
            </a:endParaRPr>
          </a:p>
        </p:txBody>
      </p:sp>
      <p:sp>
        <p:nvSpPr>
          <p:cNvPr id="421" name="Google Shape;421;p63"/>
          <p:cNvSpPr txBox="1"/>
          <p:nvPr/>
        </p:nvSpPr>
        <p:spPr>
          <a:xfrm>
            <a:off x="9451896"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1,042</a:t>
            </a:r>
            <a:endParaRPr b="1" sz="2200">
              <a:solidFill>
                <a:srgbClr val="000000"/>
              </a:solidFill>
              <a:latin typeface="Roboto Mono"/>
              <a:ea typeface="Roboto Mono"/>
              <a:cs typeface="Roboto Mono"/>
              <a:sym typeface="Roboto Mono"/>
            </a:endParaRPr>
          </a:p>
        </p:txBody>
      </p:sp>
      <p:sp>
        <p:nvSpPr>
          <p:cNvPr id="422" name="Google Shape;422;p63"/>
          <p:cNvSpPr txBox="1"/>
          <p:nvPr/>
        </p:nvSpPr>
        <p:spPr>
          <a:xfrm>
            <a:off x="13978821"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2.07 %</a:t>
            </a:r>
            <a:endParaRPr b="1" sz="2200">
              <a:solidFill>
                <a:srgbClr val="000000"/>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4"/>
          <p:cNvSpPr txBox="1"/>
          <p:nvPr>
            <p:ph idx="4294967295" type="body"/>
          </p:nvPr>
        </p:nvSpPr>
        <p:spPr>
          <a:xfrm>
            <a:off x="9204975" y="3452477"/>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Language learning streaks and challenges form the heart of their content, spotlighting user achievement and community milestones, driving motivation and participation.</a:t>
            </a:r>
            <a:endParaRPr sz="1400">
              <a:latin typeface="Roboto Mono"/>
              <a:ea typeface="Roboto Mono"/>
              <a:cs typeface="Roboto Mono"/>
              <a:sym typeface="Roboto Mono"/>
            </a:endParaRPr>
          </a:p>
        </p:txBody>
      </p:sp>
      <p:cxnSp>
        <p:nvCxnSpPr>
          <p:cNvPr id="428" name="Google Shape;428;p64"/>
          <p:cNvCxnSpPr/>
          <p:nvPr/>
        </p:nvCxnSpPr>
        <p:spPr>
          <a:xfrm>
            <a:off x="8485400" y="3108500"/>
            <a:ext cx="30600" cy="6790500"/>
          </a:xfrm>
          <a:prstGeom prst="straightConnector1">
            <a:avLst/>
          </a:prstGeom>
          <a:noFill/>
          <a:ln cap="flat" cmpd="sng" w="38100">
            <a:solidFill>
              <a:srgbClr val="FFFFFF"/>
            </a:solidFill>
            <a:prstDash val="solid"/>
            <a:round/>
            <a:headEnd len="med" w="med" type="none"/>
            <a:tailEnd len="med" w="med" type="none"/>
          </a:ln>
        </p:spPr>
      </p:cxnSp>
      <p:grpSp>
        <p:nvGrpSpPr>
          <p:cNvPr id="429" name="Google Shape;429;p64"/>
          <p:cNvGrpSpPr/>
          <p:nvPr/>
        </p:nvGrpSpPr>
        <p:grpSpPr>
          <a:xfrm>
            <a:off x="670326" y="383825"/>
            <a:ext cx="9090540" cy="1324800"/>
            <a:chOff x="693125" y="512875"/>
            <a:chExt cx="3272568" cy="662400"/>
          </a:xfrm>
        </p:grpSpPr>
        <p:sp>
          <p:nvSpPr>
            <p:cNvPr id="430" name="Google Shape;430;p64"/>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31" name="Google Shape;431;p64"/>
            <p:cNvSpPr/>
            <p:nvPr/>
          </p:nvSpPr>
          <p:spPr>
            <a:xfrm>
              <a:off x="741893"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Creator Summary</a:t>
              </a:r>
              <a:endParaRPr sz="3600">
                <a:latin typeface="Inter"/>
                <a:ea typeface="Inter"/>
                <a:cs typeface="Inter"/>
                <a:sym typeface="Inter"/>
              </a:endParaRPr>
            </a:p>
          </p:txBody>
        </p:sp>
      </p:grpSp>
      <p:sp>
        <p:nvSpPr>
          <p:cNvPr id="432" name="Google Shape;432;p64"/>
          <p:cNvSpPr/>
          <p:nvPr/>
        </p:nvSpPr>
        <p:spPr>
          <a:xfrm>
            <a:off x="9204975" y="2897150"/>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Common Themes and Topics</a:t>
            </a:r>
            <a:endParaRPr sz="2000">
              <a:latin typeface="Inter"/>
              <a:ea typeface="Inter"/>
              <a:cs typeface="Inter"/>
              <a:sym typeface="Inter"/>
            </a:endParaRPr>
          </a:p>
        </p:txBody>
      </p:sp>
      <p:sp>
        <p:nvSpPr>
          <p:cNvPr id="433" name="Google Shape;433;p64"/>
          <p:cNvSpPr/>
          <p:nvPr/>
        </p:nvSpPr>
        <p:spPr>
          <a:xfrm>
            <a:off x="9204975" y="5295342"/>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What Hits</a:t>
            </a:r>
            <a:endParaRPr sz="2000">
              <a:latin typeface="Inter"/>
              <a:ea typeface="Inter"/>
              <a:cs typeface="Inter"/>
              <a:sym typeface="Inter"/>
            </a:endParaRPr>
          </a:p>
        </p:txBody>
      </p:sp>
      <p:sp>
        <p:nvSpPr>
          <p:cNvPr id="434" name="Google Shape;434;p64"/>
          <p:cNvSpPr/>
          <p:nvPr/>
        </p:nvSpPr>
        <p:spPr>
          <a:xfrm>
            <a:off x="719725" y="2888750"/>
            <a:ext cx="7076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rPr b="1" lang="en" sz="2000">
                <a:solidFill>
                  <a:schemeClr val="dk1"/>
                </a:solidFill>
                <a:latin typeface="Roboto Mono"/>
                <a:ea typeface="Roboto Mono"/>
                <a:cs typeface="Roboto Mono"/>
                <a:sym typeface="Roboto Mono"/>
              </a:rPr>
              <a:t>Topline</a:t>
            </a:r>
            <a:endParaRPr sz="2000">
              <a:latin typeface="Inter"/>
              <a:ea typeface="Inter"/>
              <a:cs typeface="Inter"/>
              <a:sym typeface="Inter"/>
            </a:endParaRPr>
          </a:p>
        </p:txBody>
      </p:sp>
      <p:sp>
        <p:nvSpPr>
          <p:cNvPr id="435" name="Google Shape;435;p64"/>
          <p:cNvSpPr/>
          <p:nvPr/>
        </p:nvSpPr>
        <p:spPr>
          <a:xfrm>
            <a:off x="719725" y="3678075"/>
            <a:ext cx="7076700" cy="2567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Duolingo energizes language learning with humor, trend-savvy videos, and a sassy mascot.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Their content fuses memes, pop culture, and user streaks to engage Gen Z daily on Instagram.</a:t>
            </a:r>
            <a:endParaRPr>
              <a:solidFill>
                <a:schemeClr val="dk1"/>
              </a:solidFill>
              <a:latin typeface="Roboto Mono"/>
              <a:ea typeface="Roboto Mono"/>
              <a:cs typeface="Roboto Mono"/>
              <a:sym typeface="Roboto Mono"/>
            </a:endParaRPr>
          </a:p>
        </p:txBody>
      </p:sp>
      <p:sp>
        <p:nvSpPr>
          <p:cNvPr id="436" name="Google Shape;436;p64"/>
          <p:cNvSpPr txBox="1"/>
          <p:nvPr>
            <p:ph idx="4294967295" type="body"/>
          </p:nvPr>
        </p:nvSpPr>
        <p:spPr>
          <a:xfrm>
            <a:off x="9204975" y="5874888"/>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Bitesize, funny videos leveraging memes, mascot antics, and streak highlights attract peak engagement and viewer participation.</a:t>
            </a:r>
            <a:endParaRPr sz="1400">
              <a:latin typeface="Roboto Mono"/>
              <a:ea typeface="Roboto Mono"/>
              <a:cs typeface="Roboto Mono"/>
              <a:sym typeface="Roboto Mono"/>
            </a:endParaRPr>
          </a:p>
        </p:txBody>
      </p:sp>
      <p:sp>
        <p:nvSpPr>
          <p:cNvPr id="437" name="Google Shape;437;p64"/>
          <p:cNvSpPr/>
          <p:nvPr/>
        </p:nvSpPr>
        <p:spPr>
          <a:xfrm>
            <a:off x="9204975" y="7693534"/>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What Misses</a:t>
            </a:r>
            <a:endParaRPr sz="2000">
              <a:latin typeface="Inter"/>
              <a:ea typeface="Inter"/>
              <a:cs typeface="Inter"/>
              <a:sym typeface="Inter"/>
            </a:endParaRPr>
          </a:p>
        </p:txBody>
      </p:sp>
      <p:sp>
        <p:nvSpPr>
          <p:cNvPr id="438" name="Google Shape;438;p64"/>
          <p:cNvSpPr txBox="1"/>
          <p:nvPr>
            <p:ph idx="4294967295" type="body"/>
          </p:nvPr>
        </p:nvSpPr>
        <p:spPr>
          <a:xfrm>
            <a:off x="9204975" y="8273079"/>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App feature updates generate friction; dry, non-humorous posts underperform.</a:t>
            </a:r>
            <a:endParaRPr sz="1400">
              <a:latin typeface="Roboto Mono"/>
              <a:ea typeface="Roboto Mono"/>
              <a:cs typeface="Roboto Mono"/>
              <a:sym typeface="Roboto Mono"/>
            </a:endParaRPr>
          </a:p>
        </p:txBody>
      </p:sp>
      <p:sp>
        <p:nvSpPr>
          <p:cNvPr id="439" name="Google Shape;439;p64"/>
          <p:cNvSpPr/>
          <p:nvPr/>
        </p:nvSpPr>
        <p:spPr>
          <a:xfrm>
            <a:off x="719725" y="6551900"/>
            <a:ext cx="7076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rPr b="1" lang="en" sz="2000">
                <a:solidFill>
                  <a:schemeClr val="dk1"/>
                </a:solidFill>
                <a:latin typeface="Roboto Mono"/>
                <a:ea typeface="Roboto Mono"/>
                <a:cs typeface="Roboto Mono"/>
                <a:sym typeface="Roboto Mono"/>
              </a:rPr>
              <a:t>What it Means for You</a:t>
            </a:r>
            <a:endParaRPr sz="2000">
              <a:latin typeface="Inter"/>
              <a:ea typeface="Inter"/>
              <a:cs typeface="Inter"/>
              <a:sym typeface="Inter"/>
            </a:endParaRPr>
          </a:p>
        </p:txBody>
      </p:sp>
      <p:sp>
        <p:nvSpPr>
          <p:cNvPr id="440" name="Google Shape;440;p64"/>
          <p:cNvSpPr/>
          <p:nvPr/>
        </p:nvSpPr>
        <p:spPr>
          <a:xfrm>
            <a:off x="719725" y="7331475"/>
            <a:ext cx="7076700" cy="2567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Duolingo’s blend of humor, mascot-persona, and user engagement creates a potent, Gen Z-attracting mix brands can emulate.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It’s a strategic model for culturally resonant brand partnerships.</a:t>
            </a:r>
            <a:endParaRPr>
              <a:solidFill>
                <a:schemeClr val="dk1"/>
              </a:solidFill>
              <a:latin typeface="Roboto Mono"/>
              <a:ea typeface="Roboto Mono"/>
              <a:cs typeface="Roboto Mono"/>
              <a:sym typeface="Roboto Mono"/>
            </a:endParaRPr>
          </a:p>
        </p:txBody>
      </p:sp>
      <p:sp>
        <p:nvSpPr>
          <p:cNvPr id="441" name="Google Shape;441;p64"/>
          <p:cNvSpPr/>
          <p:nvPr/>
        </p:nvSpPr>
        <p:spPr>
          <a:xfrm>
            <a:off x="719725" y="1865575"/>
            <a:ext cx="2945700" cy="7005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Search Purpose</a:t>
            </a:r>
            <a:endParaRPr sz="2000">
              <a:latin typeface="Inter"/>
              <a:ea typeface="Inter"/>
              <a:cs typeface="Inter"/>
              <a:sym typeface="Inter"/>
            </a:endParaRPr>
          </a:p>
        </p:txBody>
      </p:sp>
      <p:sp>
        <p:nvSpPr>
          <p:cNvPr id="442" name="Google Shape;442;p64"/>
          <p:cNvSpPr/>
          <p:nvPr/>
        </p:nvSpPr>
        <p:spPr>
          <a:xfrm>
            <a:off x="3774175" y="1865575"/>
            <a:ext cx="10906800" cy="70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Benchmark Duolingo as an aspirational social brand for Cuervo. What is their content strategy, posting cadence, tone of voice, and engagement approach? How do they stay culturally relevant with Gen-Z?</a:t>
            </a:r>
            <a:endParaRPr sz="1500">
              <a:solidFill>
                <a:schemeClr val="dk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grpSp>
        <p:nvGrpSpPr>
          <p:cNvPr id="447" name="Google Shape;447;p65"/>
          <p:cNvGrpSpPr/>
          <p:nvPr/>
        </p:nvGrpSpPr>
        <p:grpSpPr>
          <a:xfrm>
            <a:off x="670303" y="383825"/>
            <a:ext cx="9959760" cy="1324800"/>
            <a:chOff x="693125" y="512875"/>
            <a:chExt cx="3274944" cy="662400"/>
          </a:xfrm>
        </p:grpSpPr>
        <p:sp>
          <p:nvSpPr>
            <p:cNvPr id="448" name="Google Shape;448;p65"/>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49" name="Google Shape;449;p65"/>
            <p:cNvSpPr/>
            <p:nvPr/>
          </p:nvSpPr>
          <p:spPr>
            <a:xfrm>
              <a:off x="744269"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Summary Statistics - By Post Type</a:t>
              </a:r>
              <a:endParaRPr sz="3600">
                <a:latin typeface="Inter"/>
                <a:ea typeface="Inter"/>
                <a:cs typeface="Inter"/>
                <a:sym typeface="Inter"/>
              </a:endParaRPr>
            </a:p>
          </p:txBody>
        </p:sp>
      </p:grpSp>
      <p:sp>
        <p:nvSpPr>
          <p:cNvPr id="450" name="Google Shape;450;p65"/>
          <p:cNvSpPr/>
          <p:nvPr/>
        </p:nvSpPr>
        <p:spPr>
          <a:xfrm>
            <a:off x="916900"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Videos</a:t>
            </a:r>
            <a:endParaRPr sz="2000">
              <a:latin typeface="Inter"/>
              <a:ea typeface="Inter"/>
              <a:cs typeface="Inter"/>
              <a:sym typeface="Inter"/>
            </a:endParaRPr>
          </a:p>
        </p:txBody>
      </p:sp>
      <p:graphicFrame>
        <p:nvGraphicFramePr>
          <p:cNvPr id="451" name="Google Shape;451;p65"/>
          <p:cNvGraphicFramePr/>
          <p:nvPr/>
        </p:nvGraphicFramePr>
        <p:xfrm>
          <a:off x="458425" y="7148210"/>
          <a:ext cx="3000000" cy="3000000"/>
        </p:xfrm>
        <a:graphic>
          <a:graphicData uri="http://schemas.openxmlformats.org/drawingml/2006/table">
            <a:tbl>
              <a:tblPr>
                <a:noFill/>
                <a:tableStyleId>{28C887C3-77AA-4E90-BE72-6C8784FCAB83}</a:tableStyleId>
              </a:tblPr>
              <a:tblGrid>
                <a:gridCol w="839025"/>
                <a:gridCol w="13279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28,279</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15,230,995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221,185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Views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1,405,561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52" name="Google Shape;452;p65"/>
          <p:cNvSpPr/>
          <p:nvPr/>
        </p:nvSpPr>
        <p:spPr>
          <a:xfrm>
            <a:off x="7311682"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Carousels</a:t>
            </a:r>
            <a:endParaRPr sz="2000">
              <a:latin typeface="Inter"/>
              <a:ea typeface="Inter"/>
              <a:cs typeface="Inter"/>
              <a:sym typeface="Inter"/>
            </a:endParaRPr>
          </a:p>
        </p:txBody>
      </p:sp>
      <p:sp>
        <p:nvSpPr>
          <p:cNvPr id="453" name="Google Shape;453;p65"/>
          <p:cNvSpPr/>
          <p:nvPr/>
        </p:nvSpPr>
        <p:spPr>
          <a:xfrm>
            <a:off x="12948333"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Images</a:t>
            </a:r>
            <a:endParaRPr sz="2000">
              <a:latin typeface="Inter"/>
              <a:ea typeface="Inter"/>
              <a:cs typeface="Inter"/>
              <a:sym typeface="Inter"/>
            </a:endParaRPr>
          </a:p>
        </p:txBody>
      </p:sp>
      <p:graphicFrame>
        <p:nvGraphicFramePr>
          <p:cNvPr id="454" name="Google Shape;454;p65"/>
          <p:cNvGraphicFramePr/>
          <p:nvPr/>
        </p:nvGraphicFramePr>
        <p:xfrm>
          <a:off x="2771650" y="7148185"/>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531</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1,755,786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9,178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122,159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5" name="Google Shape;455;p65"/>
          <p:cNvGraphicFramePr/>
          <p:nvPr/>
        </p:nvGraphicFramePr>
        <p:xfrm>
          <a:off x="4947450" y="7148185"/>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15,426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78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1,319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6" name="Google Shape;456;p65"/>
          <p:cNvGraphicFramePr/>
          <p:nvPr/>
        </p:nvGraphicFramePr>
        <p:xfrm>
          <a:off x="7694063" y="7148210"/>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10,199</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46,542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20,314</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24,342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7" name="Google Shape;457;p65"/>
          <p:cNvGraphicFramePr/>
          <p:nvPr/>
        </p:nvGraphicFramePr>
        <p:xfrm>
          <a:off x="10061588" y="7148210"/>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46</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555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218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8" name="Google Shape;458;p65"/>
          <p:cNvGraphicFramePr/>
          <p:nvPr/>
        </p:nvGraphicFramePr>
        <p:xfrm>
          <a:off x="13330700" y="7148210"/>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14,398</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19,528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16,963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16,963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9" name="Google Shape;459;p65"/>
          <p:cNvGraphicFramePr/>
          <p:nvPr/>
        </p:nvGraphicFramePr>
        <p:xfrm>
          <a:off x="15698225" y="7148210"/>
          <a:ext cx="3000000" cy="3000000"/>
        </p:xfrm>
        <a:graphic>
          <a:graphicData uri="http://schemas.openxmlformats.org/drawingml/2006/table">
            <a:tbl>
              <a:tblPr>
                <a:noFill/>
                <a:tableStyleId>{28C887C3-77AA-4E90-BE72-6C8784FCAB83}</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39</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66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460" name="Google Shape;460;p65"/>
          <p:cNvPicPr preferRelativeResize="0"/>
          <p:nvPr/>
        </p:nvPicPr>
        <p:blipFill>
          <a:blip r:embed="rId3">
            <a:alphaModFix/>
          </a:blip>
          <a:stretch>
            <a:fillRect/>
          </a:stretch>
        </p:blipFill>
        <p:spPr>
          <a:xfrm>
            <a:off x="916904" y="2696726"/>
            <a:ext cx="1452300" cy="3630750"/>
          </a:xfrm>
          <a:prstGeom prst="rect">
            <a:avLst/>
          </a:prstGeom>
          <a:noFill/>
          <a:ln cap="flat" cmpd="sng" w="9525">
            <a:solidFill>
              <a:srgbClr val="595959"/>
            </a:solidFill>
            <a:prstDash val="solid"/>
            <a:round/>
            <a:headEnd len="sm" w="sm" type="none"/>
            <a:tailEnd len="sm" w="sm" type="none"/>
          </a:ln>
        </p:spPr>
      </p:pic>
      <p:pic>
        <p:nvPicPr>
          <p:cNvPr id="461" name="Google Shape;461;p65"/>
          <p:cNvPicPr preferRelativeResize="0"/>
          <p:nvPr/>
        </p:nvPicPr>
        <p:blipFill>
          <a:blip r:embed="rId4">
            <a:alphaModFix/>
          </a:blip>
          <a:stretch>
            <a:fillRect/>
          </a:stretch>
        </p:blipFill>
        <p:spPr>
          <a:xfrm>
            <a:off x="2771654" y="2722326"/>
            <a:ext cx="1452300" cy="3630750"/>
          </a:xfrm>
          <a:prstGeom prst="rect">
            <a:avLst/>
          </a:prstGeom>
          <a:noFill/>
          <a:ln cap="flat" cmpd="sng" w="9525">
            <a:solidFill>
              <a:srgbClr val="595959"/>
            </a:solidFill>
            <a:prstDash val="solid"/>
            <a:round/>
            <a:headEnd len="sm" w="sm" type="none"/>
            <a:tailEnd len="sm" w="sm" type="none"/>
          </a:ln>
        </p:spPr>
      </p:pic>
      <p:pic>
        <p:nvPicPr>
          <p:cNvPr id="462" name="Google Shape;462;p65"/>
          <p:cNvPicPr preferRelativeResize="0"/>
          <p:nvPr/>
        </p:nvPicPr>
        <p:blipFill>
          <a:blip r:embed="rId5">
            <a:alphaModFix/>
          </a:blip>
          <a:stretch>
            <a:fillRect/>
          </a:stretch>
        </p:blipFill>
        <p:spPr>
          <a:xfrm>
            <a:off x="4626404" y="2722338"/>
            <a:ext cx="1452300" cy="3630750"/>
          </a:xfrm>
          <a:prstGeom prst="rect">
            <a:avLst/>
          </a:prstGeom>
          <a:noFill/>
          <a:ln cap="flat" cmpd="sng" w="9525">
            <a:solidFill>
              <a:srgbClr val="595959"/>
            </a:solidFill>
            <a:prstDash val="solid"/>
            <a:round/>
            <a:headEnd len="sm" w="sm" type="none"/>
            <a:tailEnd len="sm" w="sm" type="none"/>
          </a:ln>
        </p:spPr>
      </p:pic>
      <p:pic>
        <p:nvPicPr>
          <p:cNvPr id="463" name="Google Shape;463;p65"/>
          <p:cNvPicPr preferRelativeResize="0"/>
          <p:nvPr/>
        </p:nvPicPr>
        <p:blipFill>
          <a:blip r:embed="rId6">
            <a:alphaModFix/>
          </a:blip>
          <a:stretch>
            <a:fillRect/>
          </a:stretch>
        </p:blipFill>
        <p:spPr>
          <a:xfrm>
            <a:off x="8239054" y="2696713"/>
            <a:ext cx="1452300" cy="3630750"/>
          </a:xfrm>
          <a:prstGeom prst="rect">
            <a:avLst/>
          </a:prstGeom>
          <a:noFill/>
          <a:ln cap="flat" cmpd="sng" w="9525">
            <a:solidFill>
              <a:srgbClr val="595959"/>
            </a:solidFill>
            <a:prstDash val="solid"/>
            <a:round/>
            <a:headEnd len="sm" w="sm" type="none"/>
            <a:tailEnd len="sm" w="sm" type="none"/>
          </a:ln>
        </p:spPr>
      </p:pic>
      <p:pic>
        <p:nvPicPr>
          <p:cNvPr id="464" name="Google Shape;464;p65"/>
          <p:cNvPicPr preferRelativeResize="0"/>
          <p:nvPr/>
        </p:nvPicPr>
        <p:blipFill>
          <a:blip r:embed="rId7">
            <a:alphaModFix/>
          </a:blip>
          <a:stretch>
            <a:fillRect/>
          </a:stretch>
        </p:blipFill>
        <p:spPr>
          <a:xfrm>
            <a:off x="10093804" y="2696726"/>
            <a:ext cx="1452300" cy="3630750"/>
          </a:xfrm>
          <a:prstGeom prst="rect">
            <a:avLst/>
          </a:prstGeom>
          <a:noFill/>
          <a:ln cap="flat" cmpd="sng" w="9525">
            <a:solidFill>
              <a:srgbClr val="595959"/>
            </a:solidFill>
            <a:prstDash val="solid"/>
            <a:round/>
            <a:headEnd len="sm" w="sm" type="none"/>
            <a:tailEnd len="sm" w="sm" type="none"/>
          </a:ln>
        </p:spPr>
      </p:pic>
      <p:pic>
        <p:nvPicPr>
          <p:cNvPr id="465" name="Google Shape;465;p65"/>
          <p:cNvPicPr preferRelativeResize="0"/>
          <p:nvPr/>
        </p:nvPicPr>
        <p:blipFill>
          <a:blip r:embed="rId8">
            <a:alphaModFix/>
          </a:blip>
          <a:stretch>
            <a:fillRect/>
          </a:stretch>
        </p:blipFill>
        <p:spPr>
          <a:xfrm>
            <a:off x="13875704" y="2722313"/>
            <a:ext cx="1452300" cy="3630750"/>
          </a:xfrm>
          <a:prstGeom prst="rect">
            <a:avLst/>
          </a:prstGeom>
          <a:noFill/>
          <a:ln cap="flat" cmpd="sng" w="9525">
            <a:solidFill>
              <a:srgbClr val="595959"/>
            </a:solidFill>
            <a:prstDash val="solid"/>
            <a:round/>
            <a:headEnd len="sm" w="sm" type="none"/>
            <a:tailEnd len="sm" w="sm" type="none"/>
          </a:ln>
        </p:spPr>
      </p:pic>
      <p:pic>
        <p:nvPicPr>
          <p:cNvPr id="466" name="Google Shape;466;p65"/>
          <p:cNvPicPr preferRelativeResize="0"/>
          <p:nvPr/>
        </p:nvPicPr>
        <p:blipFill>
          <a:blip r:embed="rId9">
            <a:alphaModFix/>
          </a:blip>
          <a:stretch>
            <a:fillRect/>
          </a:stretch>
        </p:blipFill>
        <p:spPr>
          <a:xfrm>
            <a:off x="15730454" y="2722326"/>
            <a:ext cx="1452300" cy="3630750"/>
          </a:xfrm>
          <a:prstGeom prst="rect">
            <a:avLst/>
          </a:prstGeom>
          <a:noFill/>
          <a:ln cap="flat" cmpd="sng" w="9525">
            <a:solidFill>
              <a:srgbClr val="595959"/>
            </a:solidFill>
            <a:prstDash val="solid"/>
            <a:round/>
            <a:headEnd len="sm" w="sm" type="none"/>
            <a:tailEnd len="sm" w="sm" type="none"/>
          </a:ln>
        </p:spPr>
      </p:pic>
      <p:sp>
        <p:nvSpPr>
          <p:cNvPr id="467" name="Google Shape;467;p65"/>
          <p:cNvSpPr/>
          <p:nvPr/>
        </p:nvSpPr>
        <p:spPr>
          <a:xfrm>
            <a:off x="916900"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1500">
                <a:solidFill>
                  <a:schemeClr val="dk1"/>
                </a:solidFill>
                <a:latin typeface="Roboto Mono"/>
                <a:ea typeface="Roboto Mono"/>
                <a:cs typeface="Roboto Mono"/>
                <a:sym typeface="Roboto Mono"/>
              </a:rPr>
              <a:t>Video Post Count: </a:t>
            </a:r>
            <a:r>
              <a:rPr b="1" lang="en" sz="1500">
                <a:solidFill>
                  <a:schemeClr val="dk1"/>
                </a:solidFill>
                <a:latin typeface="Roboto Mono"/>
                <a:ea typeface="Roboto Mono"/>
                <a:cs typeface="Roboto Mono"/>
                <a:sym typeface="Roboto Mono"/>
              </a:rPr>
              <a:t>19</a:t>
            </a:r>
            <a:endParaRPr sz="1500">
              <a:latin typeface="Inter"/>
              <a:ea typeface="Inter"/>
              <a:cs typeface="Inter"/>
              <a:sym typeface="Inter"/>
            </a:endParaRPr>
          </a:p>
        </p:txBody>
      </p:sp>
      <p:sp>
        <p:nvSpPr>
          <p:cNvPr id="468" name="Google Shape;468;p65"/>
          <p:cNvSpPr/>
          <p:nvPr/>
        </p:nvSpPr>
        <p:spPr>
          <a:xfrm>
            <a:off x="7311675"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b="1" lang="en" sz="1500">
                <a:solidFill>
                  <a:schemeClr val="dk1"/>
                </a:solidFill>
                <a:latin typeface="Roboto Mono"/>
                <a:ea typeface="Roboto Mono"/>
                <a:cs typeface="Roboto Mono"/>
                <a:sym typeface="Roboto Mono"/>
              </a:rPr>
              <a:t>Carousel Post</a:t>
            </a:r>
            <a:r>
              <a:rPr b="1" lang="en" sz="1500">
                <a:solidFill>
                  <a:schemeClr val="dk1"/>
                </a:solidFill>
                <a:latin typeface="Roboto Mono"/>
                <a:ea typeface="Roboto Mono"/>
                <a:cs typeface="Roboto Mono"/>
                <a:sym typeface="Roboto Mono"/>
              </a:rPr>
              <a:t> Count: 4</a:t>
            </a:r>
            <a:endParaRPr b="1" sz="1500">
              <a:solidFill>
                <a:schemeClr val="dk1"/>
              </a:solidFill>
              <a:latin typeface="Roboto Mono"/>
              <a:ea typeface="Roboto Mono"/>
              <a:cs typeface="Roboto Mono"/>
              <a:sym typeface="Roboto Mono"/>
            </a:endParaRPr>
          </a:p>
        </p:txBody>
      </p:sp>
      <p:sp>
        <p:nvSpPr>
          <p:cNvPr id="469" name="Google Shape;469;p65"/>
          <p:cNvSpPr/>
          <p:nvPr/>
        </p:nvSpPr>
        <p:spPr>
          <a:xfrm>
            <a:off x="12948325"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b="1" lang="en" sz="1500">
                <a:solidFill>
                  <a:schemeClr val="dk1"/>
                </a:solidFill>
                <a:latin typeface="Roboto Mono"/>
                <a:ea typeface="Roboto Mono"/>
                <a:cs typeface="Roboto Mono"/>
                <a:sym typeface="Roboto Mono"/>
              </a:rPr>
              <a:t>Images Post</a:t>
            </a:r>
            <a:r>
              <a:rPr b="1" lang="en" sz="1500">
                <a:solidFill>
                  <a:schemeClr val="dk1"/>
                </a:solidFill>
                <a:latin typeface="Roboto Mono"/>
                <a:ea typeface="Roboto Mono"/>
                <a:cs typeface="Roboto Mono"/>
                <a:sym typeface="Roboto Mono"/>
              </a:rPr>
              <a:t> Count: 2</a:t>
            </a:r>
            <a:endParaRPr b="1" sz="1500">
              <a:solidFill>
                <a:schemeClr val="dk1"/>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grpSp>
        <p:nvGrpSpPr>
          <p:cNvPr id="474" name="Google Shape;474;p66"/>
          <p:cNvGrpSpPr/>
          <p:nvPr/>
        </p:nvGrpSpPr>
        <p:grpSpPr>
          <a:xfrm>
            <a:off x="670303" y="383825"/>
            <a:ext cx="9959760" cy="1324800"/>
            <a:chOff x="693125" y="512875"/>
            <a:chExt cx="3274944" cy="662400"/>
          </a:xfrm>
        </p:grpSpPr>
        <p:sp>
          <p:nvSpPr>
            <p:cNvPr id="475" name="Google Shape;475;p66"/>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76" name="Google Shape;476;p66"/>
            <p:cNvSpPr/>
            <p:nvPr/>
          </p:nvSpPr>
          <p:spPr>
            <a:xfrm>
              <a:off x="744269"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Summary Statistics - All Posts</a:t>
              </a:r>
              <a:endParaRPr sz="3600">
                <a:latin typeface="Inter"/>
                <a:ea typeface="Inter"/>
                <a:cs typeface="Inter"/>
                <a:sym typeface="Inter"/>
              </a:endParaRPr>
            </a:p>
          </p:txBody>
        </p:sp>
      </p:grpSp>
      <p:graphicFrame>
        <p:nvGraphicFramePr>
          <p:cNvPr id="477" name="Google Shape;477;p66"/>
          <p:cNvGraphicFramePr/>
          <p:nvPr/>
        </p:nvGraphicFramePr>
        <p:xfrm>
          <a:off x="9143988" y="3735360"/>
          <a:ext cx="3000000" cy="3000000"/>
        </p:xfrm>
        <a:graphic>
          <a:graphicData uri="http://schemas.openxmlformats.org/drawingml/2006/table">
            <a:tbl>
              <a:tblPr>
                <a:noFill/>
                <a:tableStyleId>{28C887C3-77AA-4E90-BE72-6C8784FCAB83}</a:tableStyleId>
              </a:tblPr>
              <a:tblGrid>
                <a:gridCol w="1454700"/>
                <a:gridCol w="12987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28,279</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15,230,995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221,185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Views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1,405,561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78" name="Google Shape;478;p66"/>
          <p:cNvSpPr/>
          <p:nvPr/>
        </p:nvSpPr>
        <p:spPr>
          <a:xfrm>
            <a:off x="670297" y="2359675"/>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Views</a:t>
            </a:r>
            <a:endParaRPr sz="2000">
              <a:latin typeface="Inter"/>
              <a:ea typeface="Inter"/>
              <a:cs typeface="Inter"/>
              <a:sym typeface="Inter"/>
            </a:endParaRPr>
          </a:p>
        </p:txBody>
      </p:sp>
      <p:pic>
        <p:nvPicPr>
          <p:cNvPr id="479" name="Google Shape;479;p66"/>
          <p:cNvPicPr preferRelativeResize="0"/>
          <p:nvPr/>
        </p:nvPicPr>
        <p:blipFill>
          <a:blip r:embed="rId3">
            <a:alphaModFix/>
          </a:blip>
          <a:stretch>
            <a:fillRect/>
          </a:stretch>
        </p:blipFill>
        <p:spPr>
          <a:xfrm>
            <a:off x="670336" y="3674002"/>
            <a:ext cx="2438700" cy="4877400"/>
          </a:xfrm>
          <a:prstGeom prst="rect">
            <a:avLst/>
          </a:prstGeom>
          <a:noFill/>
          <a:ln cap="flat" cmpd="sng" w="9525">
            <a:solidFill>
              <a:srgbClr val="595959"/>
            </a:solidFill>
            <a:prstDash val="solid"/>
            <a:round/>
            <a:headEnd len="sm" w="sm" type="none"/>
            <a:tailEnd len="sm" w="sm" type="none"/>
          </a:ln>
        </p:spPr>
      </p:pic>
      <p:sp>
        <p:nvSpPr>
          <p:cNvPr id="480" name="Google Shape;480;p66"/>
          <p:cNvSpPr/>
          <p:nvPr/>
        </p:nvSpPr>
        <p:spPr>
          <a:xfrm>
            <a:off x="3471684" y="2346113"/>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Likes</a:t>
            </a:r>
            <a:endParaRPr sz="2000">
              <a:latin typeface="Inter"/>
              <a:ea typeface="Inter"/>
              <a:cs typeface="Inter"/>
              <a:sym typeface="Inter"/>
            </a:endParaRPr>
          </a:p>
        </p:txBody>
      </p:sp>
      <p:sp>
        <p:nvSpPr>
          <p:cNvPr id="481" name="Google Shape;481;p66"/>
          <p:cNvSpPr/>
          <p:nvPr/>
        </p:nvSpPr>
        <p:spPr>
          <a:xfrm>
            <a:off x="6273059" y="2346113"/>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Comments</a:t>
            </a:r>
            <a:endParaRPr sz="2000">
              <a:latin typeface="Inter"/>
              <a:ea typeface="Inter"/>
              <a:cs typeface="Inter"/>
              <a:sym typeface="Inter"/>
            </a:endParaRPr>
          </a:p>
        </p:txBody>
      </p:sp>
      <p:pic>
        <p:nvPicPr>
          <p:cNvPr id="482" name="Google Shape;482;p66"/>
          <p:cNvPicPr preferRelativeResize="0"/>
          <p:nvPr/>
        </p:nvPicPr>
        <p:blipFill>
          <a:blip r:embed="rId4">
            <a:alphaModFix/>
          </a:blip>
          <a:stretch>
            <a:fillRect/>
          </a:stretch>
        </p:blipFill>
        <p:spPr>
          <a:xfrm>
            <a:off x="3471675" y="3660438"/>
            <a:ext cx="2438700" cy="4877400"/>
          </a:xfrm>
          <a:prstGeom prst="rect">
            <a:avLst/>
          </a:prstGeom>
          <a:noFill/>
          <a:ln cap="flat" cmpd="sng" w="9525">
            <a:solidFill>
              <a:srgbClr val="595959"/>
            </a:solidFill>
            <a:prstDash val="solid"/>
            <a:round/>
            <a:headEnd len="sm" w="sm" type="none"/>
            <a:tailEnd len="sm" w="sm" type="none"/>
          </a:ln>
        </p:spPr>
      </p:pic>
      <p:pic>
        <p:nvPicPr>
          <p:cNvPr id="483" name="Google Shape;483;p66"/>
          <p:cNvPicPr preferRelativeResize="0"/>
          <p:nvPr/>
        </p:nvPicPr>
        <p:blipFill>
          <a:blip r:embed="rId5">
            <a:alphaModFix/>
          </a:blip>
          <a:stretch>
            <a:fillRect/>
          </a:stretch>
        </p:blipFill>
        <p:spPr>
          <a:xfrm>
            <a:off x="6273050" y="3660438"/>
            <a:ext cx="2438700" cy="4877400"/>
          </a:xfrm>
          <a:prstGeom prst="rect">
            <a:avLst/>
          </a:prstGeom>
          <a:noFill/>
          <a:ln cap="flat" cmpd="sng" w="9525">
            <a:solidFill>
              <a:srgbClr val="595959"/>
            </a:solidFill>
            <a:prstDash val="solid"/>
            <a:round/>
            <a:headEnd len="sm" w="sm" type="none"/>
            <a:tailEnd len="sm" w="sm" type="none"/>
          </a:ln>
        </p:spPr>
      </p:pic>
      <p:graphicFrame>
        <p:nvGraphicFramePr>
          <p:cNvPr id="484" name="Google Shape;484;p66"/>
          <p:cNvGraphicFramePr/>
          <p:nvPr/>
        </p:nvGraphicFramePr>
        <p:xfrm>
          <a:off x="12055750" y="3735360"/>
          <a:ext cx="3000000" cy="3000000"/>
        </p:xfrm>
        <a:graphic>
          <a:graphicData uri="http://schemas.openxmlformats.org/drawingml/2006/table">
            <a:tbl>
              <a:tblPr>
                <a:noFill/>
                <a:tableStyleId>{28C887C3-77AA-4E90-BE72-6C8784FCAB83}</a:tableStyleId>
              </a:tblPr>
              <a:tblGrid>
                <a:gridCol w="1454700"/>
                <a:gridCol w="12987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531</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1,755,786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14,398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98,092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85" name="Google Shape;485;p66"/>
          <p:cNvGraphicFramePr/>
          <p:nvPr/>
        </p:nvGraphicFramePr>
        <p:xfrm>
          <a:off x="14967500" y="3735360"/>
          <a:ext cx="3000000" cy="3000000"/>
        </p:xfrm>
        <a:graphic>
          <a:graphicData uri="http://schemas.openxmlformats.org/drawingml/2006/table">
            <a:tbl>
              <a:tblPr>
                <a:noFill/>
                <a:tableStyleId>{28C887C3-77AA-4E90-BE72-6C8784FCAB83}</a:tableStyleId>
              </a:tblPr>
              <a:tblGrid>
                <a:gridCol w="1602850"/>
                <a:gridCol w="155272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15,426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72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1,042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grpSp>
        <p:nvGrpSpPr>
          <p:cNvPr id="490" name="Google Shape;490;p67"/>
          <p:cNvGrpSpPr/>
          <p:nvPr/>
        </p:nvGrpSpPr>
        <p:grpSpPr>
          <a:xfrm>
            <a:off x="670277" y="383825"/>
            <a:ext cx="8092590" cy="1324800"/>
            <a:chOff x="693125" y="512875"/>
            <a:chExt cx="3300000" cy="662400"/>
          </a:xfrm>
        </p:grpSpPr>
        <p:sp>
          <p:nvSpPr>
            <p:cNvPr id="491" name="Google Shape;491;p6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92" name="Google Shape;492;p67"/>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Posting</a:t>
              </a:r>
              <a:r>
                <a:rPr b="1" lang="en" sz="3600">
                  <a:solidFill>
                    <a:schemeClr val="dk1"/>
                  </a:solidFill>
                  <a:latin typeface="Roboto Mono"/>
                  <a:ea typeface="Roboto Mono"/>
                  <a:cs typeface="Roboto Mono"/>
                  <a:sym typeface="Roboto Mono"/>
                </a:rPr>
                <a:t> Analysis</a:t>
              </a:r>
              <a:endParaRPr b="1" sz="3600">
                <a:solidFill>
                  <a:schemeClr val="dk1"/>
                </a:solidFill>
                <a:latin typeface="Roboto Mono"/>
                <a:ea typeface="Roboto Mono"/>
                <a:cs typeface="Roboto Mono"/>
                <a:sym typeface="Roboto Mono"/>
              </a:endParaRPr>
            </a:p>
          </p:txBody>
        </p:sp>
      </p:grpSp>
      <p:pic>
        <p:nvPicPr>
          <p:cNvPr id="493" name="Google Shape;493;p67"/>
          <p:cNvPicPr preferRelativeResize="0"/>
          <p:nvPr/>
        </p:nvPicPr>
        <p:blipFill>
          <a:blip r:embed="rId3">
            <a:alphaModFix/>
          </a:blip>
          <a:stretch>
            <a:fillRect/>
          </a:stretch>
        </p:blipFill>
        <p:spPr>
          <a:xfrm>
            <a:off x="5034925" y="3107260"/>
            <a:ext cx="7347600" cy="5878080"/>
          </a:xfrm>
          <a:prstGeom prst="rect">
            <a:avLst/>
          </a:prstGeom>
          <a:noFill/>
          <a:ln cap="flat" cmpd="sng" w="9525">
            <a:solidFill>
              <a:srgbClr val="595959"/>
            </a:solidFill>
            <a:prstDash val="solid"/>
            <a:round/>
            <a:headEnd len="sm" w="sm" type="none"/>
            <a:tailEnd len="sm" w="sm" type="none"/>
          </a:ln>
        </p:spPr>
      </p:pic>
      <p:sp>
        <p:nvSpPr>
          <p:cNvPr id="494" name="Google Shape;494;p67"/>
          <p:cNvSpPr/>
          <p:nvPr/>
        </p:nvSpPr>
        <p:spPr>
          <a:xfrm>
            <a:off x="746475" y="2161800"/>
            <a:ext cx="39852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Summary</a:t>
            </a:r>
            <a:endParaRPr sz="2000">
              <a:latin typeface="Inter"/>
              <a:ea typeface="Inter"/>
              <a:cs typeface="Inter"/>
              <a:sym typeface="Inter"/>
            </a:endParaRPr>
          </a:p>
        </p:txBody>
      </p:sp>
      <p:sp>
        <p:nvSpPr>
          <p:cNvPr id="495" name="Google Shape;495;p67"/>
          <p:cNvSpPr/>
          <p:nvPr/>
        </p:nvSpPr>
        <p:spPr>
          <a:xfrm>
            <a:off x="746475" y="2972575"/>
            <a:ext cx="3985200" cy="60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Duolingo’s cadence is relentless daily activity, balancing bite-sized videos with carousels and images.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Content timing aligns with cultural moments and trends, supporting maximum relevance.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Formats pivot smartly: fast-paced, under-1-minute videos deliver humor and memes, while longer-form content like anime promos engage deeper fandoms.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Clr>
                <a:srgbClr val="000000"/>
              </a:buClr>
              <a:buSzPts val="275"/>
              <a:buFont typeface="Arial"/>
              <a:buNone/>
            </a:pPr>
            <a:r>
              <a:rPr lang="en">
                <a:solidFill>
                  <a:schemeClr val="dk1"/>
                </a:solidFill>
                <a:latin typeface="Roboto Mono"/>
                <a:ea typeface="Roboto Mono"/>
                <a:cs typeface="Roboto Mono"/>
                <a:sym typeface="Roboto Mono"/>
              </a:rPr>
              <a:t>They actively test animation styles, influencer collabs, and user shoutouts, signaling a layered, adaptive content mix designed to maintain high visibility and shareability without oversaturating.</a:t>
            </a:r>
            <a:endParaRPr>
              <a:solidFill>
                <a:schemeClr val="dk1"/>
              </a:solidFill>
              <a:latin typeface="Roboto Mono"/>
              <a:ea typeface="Roboto Mono"/>
              <a:cs typeface="Roboto Mono"/>
              <a:sym typeface="Roboto Mono"/>
            </a:endParaRPr>
          </a:p>
        </p:txBody>
      </p:sp>
      <p:pic>
        <p:nvPicPr>
          <p:cNvPr id="496" name="Google Shape;496;p67"/>
          <p:cNvPicPr preferRelativeResize="0"/>
          <p:nvPr/>
        </p:nvPicPr>
        <p:blipFill>
          <a:blip r:embed="rId4">
            <a:alphaModFix/>
          </a:blip>
          <a:stretch>
            <a:fillRect/>
          </a:stretch>
        </p:blipFill>
        <p:spPr>
          <a:xfrm>
            <a:off x="12685775" y="3292225"/>
            <a:ext cx="5373601" cy="5373601"/>
          </a:xfrm>
          <a:prstGeom prst="rect">
            <a:avLst/>
          </a:prstGeom>
          <a:noFill/>
          <a:ln cap="flat" cmpd="sng" w="9525">
            <a:solidFill>
              <a:srgbClr val="595959"/>
            </a:solidFill>
            <a:prstDash val="solid"/>
            <a:round/>
            <a:headEnd len="sm" w="sm" type="none"/>
            <a:tailEnd len="sm" w="sm" type="none"/>
          </a:ln>
        </p:spPr>
      </p:pic>
      <p:sp>
        <p:nvSpPr>
          <p:cNvPr id="497" name="Google Shape;497;p67"/>
          <p:cNvSpPr/>
          <p:nvPr/>
        </p:nvSpPr>
        <p:spPr>
          <a:xfrm>
            <a:off x="5034925" y="2161800"/>
            <a:ext cx="73476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Posting Heatmap</a:t>
            </a:r>
            <a:endParaRPr sz="2000">
              <a:latin typeface="Inter"/>
              <a:ea typeface="Inter"/>
              <a:cs typeface="Inter"/>
              <a:sym typeface="Inter"/>
            </a:endParaRPr>
          </a:p>
        </p:txBody>
      </p:sp>
      <p:sp>
        <p:nvSpPr>
          <p:cNvPr id="498" name="Google Shape;498;p67"/>
          <p:cNvSpPr/>
          <p:nvPr/>
        </p:nvSpPr>
        <p:spPr>
          <a:xfrm>
            <a:off x="12685775" y="2161800"/>
            <a:ext cx="53736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Post Mix</a:t>
            </a:r>
            <a:endParaRPr sz="2000">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grpSp>
        <p:nvGrpSpPr>
          <p:cNvPr id="503" name="Google Shape;503;p68"/>
          <p:cNvGrpSpPr/>
          <p:nvPr/>
        </p:nvGrpSpPr>
        <p:grpSpPr>
          <a:xfrm>
            <a:off x="670275" y="383825"/>
            <a:ext cx="6600000" cy="1324800"/>
            <a:chOff x="693125" y="512875"/>
            <a:chExt cx="3300000" cy="662400"/>
          </a:xfrm>
        </p:grpSpPr>
        <p:sp>
          <p:nvSpPr>
            <p:cNvPr id="504" name="Google Shape;504;p68"/>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05" name="Google Shape;505;p68"/>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Liked</a:t>
              </a:r>
              <a:endParaRPr sz="3600">
                <a:latin typeface="Inter"/>
                <a:ea typeface="Inter"/>
                <a:cs typeface="Inter"/>
                <a:sym typeface="Inter"/>
              </a:endParaRPr>
            </a:p>
          </p:txBody>
        </p:sp>
      </p:grpSp>
      <p:pic>
        <p:nvPicPr>
          <p:cNvPr id="506" name="Google Shape;506;p68"/>
          <p:cNvPicPr preferRelativeResize="0"/>
          <p:nvPr/>
        </p:nvPicPr>
        <p:blipFill>
          <a:blip r:embed="rId3">
            <a:alphaModFix/>
          </a:blip>
          <a:stretch>
            <a:fillRect/>
          </a:stretch>
        </p:blipFill>
        <p:spPr>
          <a:xfrm>
            <a:off x="3414875" y="2666096"/>
            <a:ext cx="2502900" cy="4449600"/>
          </a:xfrm>
          <a:prstGeom prst="rect">
            <a:avLst/>
          </a:prstGeom>
          <a:noFill/>
          <a:ln cap="flat" cmpd="sng" w="9525">
            <a:solidFill>
              <a:srgbClr val="595959"/>
            </a:solidFill>
            <a:prstDash val="solid"/>
            <a:round/>
            <a:headEnd len="sm" w="sm" type="none"/>
            <a:tailEnd len="sm" w="sm" type="none"/>
          </a:ln>
        </p:spPr>
      </p:pic>
      <p:sp>
        <p:nvSpPr>
          <p:cNvPr id="507" name="Google Shape;507;p68"/>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Liked</a:t>
            </a:r>
            <a:endParaRPr sz="2000">
              <a:latin typeface="Inter"/>
              <a:ea typeface="Inter"/>
              <a:cs typeface="Inter"/>
              <a:sym typeface="Inter"/>
            </a:endParaRPr>
          </a:p>
        </p:txBody>
      </p:sp>
      <p:pic>
        <p:nvPicPr>
          <p:cNvPr id="508" name="Google Shape;508;p68"/>
          <p:cNvPicPr preferRelativeResize="0"/>
          <p:nvPr/>
        </p:nvPicPr>
        <p:blipFill>
          <a:blip r:embed="rId4">
            <a:alphaModFix/>
          </a:blip>
          <a:stretch>
            <a:fillRect/>
          </a:stretch>
        </p:blipFill>
        <p:spPr>
          <a:xfrm>
            <a:off x="11142950" y="2666096"/>
            <a:ext cx="2502900" cy="4449600"/>
          </a:xfrm>
          <a:prstGeom prst="rect">
            <a:avLst/>
          </a:prstGeom>
          <a:noFill/>
          <a:ln cap="flat" cmpd="sng" w="9525">
            <a:solidFill>
              <a:srgbClr val="595959"/>
            </a:solidFill>
            <a:prstDash val="solid"/>
            <a:round/>
            <a:headEnd len="sm" w="sm" type="none"/>
            <a:tailEnd len="sm" w="sm" type="none"/>
          </a:ln>
        </p:spPr>
      </p:pic>
      <p:sp>
        <p:nvSpPr>
          <p:cNvPr id="509" name="Google Shape;509;p68"/>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Liked</a:t>
            </a:r>
            <a:endParaRPr sz="2000">
              <a:latin typeface="Inter"/>
              <a:ea typeface="Inter"/>
              <a:cs typeface="Inter"/>
              <a:sym typeface="Inter"/>
            </a:endParaRPr>
          </a:p>
        </p:txBody>
      </p:sp>
      <p:graphicFrame>
        <p:nvGraphicFramePr>
          <p:cNvPr id="510" name="Google Shape;510;p68"/>
          <p:cNvGraphicFramePr/>
          <p:nvPr/>
        </p:nvGraphicFramePr>
        <p:xfrm>
          <a:off x="1317125"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#ChkChkBoom Challenge 🎯 w/ @Duolingo #duolingo #듀오링고</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#StrayKids #스트레이키즈</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#ATE</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#ChkChkBoom</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#dominATE_NEWYORK</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#YouMakeStrayKidsStay</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37.06 %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1,755,786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15,426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https://instagram.com/p/DLIVMyORu3K/</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11" name="Google Shape;511;p68"/>
          <p:cNvGraphicFramePr/>
          <p:nvPr/>
        </p:nvGraphicFramePr>
        <p:xfrm>
          <a:off x="9045200"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like noona, i’m in pittsburgh😏 @heesunrose #duolingo #singlesinferno</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0.01 %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531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https://instagram.com/p/DUojQ4EEe0t/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12" name="Google Shape;512;p68"/>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grpSp>
        <p:nvGrpSpPr>
          <p:cNvPr id="517" name="Google Shape;517;p69"/>
          <p:cNvGrpSpPr/>
          <p:nvPr/>
        </p:nvGrpSpPr>
        <p:grpSpPr>
          <a:xfrm>
            <a:off x="670275" y="383825"/>
            <a:ext cx="6600000" cy="1324800"/>
            <a:chOff x="693125" y="512875"/>
            <a:chExt cx="3300000" cy="662400"/>
          </a:xfrm>
        </p:grpSpPr>
        <p:sp>
          <p:nvSpPr>
            <p:cNvPr id="518" name="Google Shape;518;p69"/>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19" name="Google Shape;519;p69"/>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Comments</a:t>
              </a:r>
              <a:endParaRPr sz="3600">
                <a:latin typeface="Inter"/>
                <a:ea typeface="Inter"/>
                <a:cs typeface="Inter"/>
                <a:sym typeface="Inter"/>
              </a:endParaRPr>
            </a:p>
          </p:txBody>
        </p:sp>
      </p:grpSp>
      <p:pic>
        <p:nvPicPr>
          <p:cNvPr id="520" name="Google Shape;520;p69"/>
          <p:cNvPicPr preferRelativeResize="0"/>
          <p:nvPr/>
        </p:nvPicPr>
        <p:blipFill>
          <a:blip r:embed="rId3">
            <a:alphaModFix/>
          </a:blip>
          <a:stretch>
            <a:fillRect/>
          </a:stretch>
        </p:blipFill>
        <p:spPr>
          <a:xfrm>
            <a:off x="3414875" y="2666096"/>
            <a:ext cx="2502900" cy="4449600"/>
          </a:xfrm>
          <a:prstGeom prst="rect">
            <a:avLst/>
          </a:prstGeom>
          <a:noFill/>
          <a:ln cap="flat" cmpd="sng" w="9525">
            <a:solidFill>
              <a:srgbClr val="595959"/>
            </a:solidFill>
            <a:prstDash val="solid"/>
            <a:round/>
            <a:headEnd len="sm" w="sm" type="none"/>
            <a:tailEnd len="sm" w="sm" type="none"/>
          </a:ln>
        </p:spPr>
      </p:pic>
      <p:sp>
        <p:nvSpPr>
          <p:cNvPr id="521" name="Google Shape;521;p69"/>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Comments</a:t>
            </a:r>
            <a:endParaRPr sz="2000">
              <a:latin typeface="Inter"/>
              <a:ea typeface="Inter"/>
              <a:cs typeface="Inter"/>
              <a:sym typeface="Inter"/>
            </a:endParaRPr>
          </a:p>
        </p:txBody>
      </p:sp>
      <p:pic>
        <p:nvPicPr>
          <p:cNvPr id="522" name="Google Shape;522;p69"/>
          <p:cNvPicPr preferRelativeResize="0"/>
          <p:nvPr/>
        </p:nvPicPr>
        <p:blipFill>
          <a:blip r:embed="rId4">
            <a:alphaModFix/>
          </a:blip>
          <a:stretch>
            <a:fillRect/>
          </a:stretch>
        </p:blipFill>
        <p:spPr>
          <a:xfrm>
            <a:off x="11142950" y="2666096"/>
            <a:ext cx="2502900" cy="4449600"/>
          </a:xfrm>
          <a:prstGeom prst="rect">
            <a:avLst/>
          </a:prstGeom>
          <a:noFill/>
          <a:ln cap="flat" cmpd="sng" w="9525">
            <a:solidFill>
              <a:srgbClr val="595959"/>
            </a:solidFill>
            <a:prstDash val="solid"/>
            <a:round/>
            <a:headEnd len="sm" w="sm" type="none"/>
            <a:tailEnd len="sm" w="sm" type="none"/>
          </a:ln>
        </p:spPr>
      </p:pic>
      <p:sp>
        <p:nvSpPr>
          <p:cNvPr id="523" name="Google Shape;523;p69"/>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Comments</a:t>
            </a:r>
            <a:endParaRPr sz="2000">
              <a:latin typeface="Inter"/>
              <a:ea typeface="Inter"/>
              <a:cs typeface="Inter"/>
              <a:sym typeface="Inter"/>
            </a:endParaRPr>
          </a:p>
        </p:txBody>
      </p:sp>
      <p:sp>
        <p:nvSpPr>
          <p:cNvPr id="524" name="Google Shape;524;p69"/>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graphicFrame>
        <p:nvGraphicFramePr>
          <p:cNvPr id="525" name="Google Shape;525;p69"/>
          <p:cNvGraphicFramePr/>
          <p:nvPr/>
        </p:nvGraphicFramePr>
        <p:xfrm>
          <a:off x="1317125"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#ChkChkBoom Challenge 🎯 w/ @Duolingo #duolingo #듀오링고</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#StrayKids #스트레이키즈</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#ATE</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#ChkChkBoom</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#dominATE_NEWYORK</a:t>
                      </a:r>
                      <a:endParaRPr sz="12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#YouMakeStrayKidsStay</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37.06 %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1,755,786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15,426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https://instagram.com/p/DLIVMyORu3K/</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26" name="Google Shape;526;p69"/>
          <p:cNvGraphicFramePr/>
          <p:nvPr/>
        </p:nvGraphicFramePr>
        <p:xfrm>
          <a:off x="9045200"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like noona, i’m in pittsburgh😏 @heesunrose #duolingo #singlesinferno</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0.01 %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531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https://instagram.com/p/DUojQ4EEe0t/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grpSp>
        <p:nvGrpSpPr>
          <p:cNvPr id="531" name="Google Shape;531;p70"/>
          <p:cNvGrpSpPr/>
          <p:nvPr/>
        </p:nvGrpSpPr>
        <p:grpSpPr>
          <a:xfrm>
            <a:off x="670275" y="383825"/>
            <a:ext cx="6600000" cy="1324800"/>
            <a:chOff x="693125" y="512875"/>
            <a:chExt cx="3300000" cy="662400"/>
          </a:xfrm>
        </p:grpSpPr>
        <p:sp>
          <p:nvSpPr>
            <p:cNvPr id="532" name="Google Shape;532;p70"/>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33" name="Google Shape;533;p70"/>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Engaged</a:t>
              </a:r>
              <a:endParaRPr sz="3600">
                <a:latin typeface="Inter"/>
                <a:ea typeface="Inter"/>
                <a:cs typeface="Inter"/>
                <a:sym typeface="Inter"/>
              </a:endParaRPr>
            </a:p>
          </p:txBody>
        </p:sp>
      </p:grpSp>
      <p:pic>
        <p:nvPicPr>
          <p:cNvPr id="534" name="Google Shape;534;p70"/>
          <p:cNvPicPr preferRelativeResize="0"/>
          <p:nvPr/>
        </p:nvPicPr>
        <p:blipFill>
          <a:blip r:embed="rId3">
            <a:alphaModFix/>
          </a:blip>
          <a:stretch>
            <a:fillRect/>
          </a:stretch>
        </p:blipFill>
        <p:spPr>
          <a:xfrm>
            <a:off x="3414875" y="2666096"/>
            <a:ext cx="2502900" cy="4449600"/>
          </a:xfrm>
          <a:prstGeom prst="rect">
            <a:avLst/>
          </a:prstGeom>
          <a:noFill/>
          <a:ln cap="flat" cmpd="sng" w="9525">
            <a:solidFill>
              <a:srgbClr val="595959"/>
            </a:solidFill>
            <a:prstDash val="solid"/>
            <a:round/>
            <a:headEnd len="sm" w="sm" type="none"/>
            <a:tailEnd len="sm" w="sm" type="none"/>
          </a:ln>
        </p:spPr>
      </p:pic>
      <p:sp>
        <p:nvSpPr>
          <p:cNvPr id="535" name="Google Shape;535;p70"/>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Engaged</a:t>
            </a:r>
            <a:endParaRPr sz="2000">
              <a:latin typeface="Inter"/>
              <a:ea typeface="Inter"/>
              <a:cs typeface="Inter"/>
              <a:sym typeface="Inter"/>
            </a:endParaRPr>
          </a:p>
        </p:txBody>
      </p:sp>
      <p:graphicFrame>
        <p:nvGraphicFramePr>
          <p:cNvPr id="536" name="Google Shape;536;p70"/>
          <p:cNvGraphicFramePr/>
          <p:nvPr/>
        </p:nvGraphicFramePr>
        <p:xfrm>
          <a:off x="1317125"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#ChkChkBoom Challenge 🎯 w/ @Duolingo #duolingo #듀오링고</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#StrayKids #스트레이키즈</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#ATE</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#ChkChkBoom</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#dominATE_NEWYORK</a:t>
                      </a:r>
                      <a:endParaRPr sz="1200">
                        <a:latin typeface="Roboto Mono"/>
                        <a:ea typeface="Roboto Mono"/>
                        <a:cs typeface="Roboto Mono"/>
                        <a:sym typeface="Roboto Mono"/>
                      </a:endParaRPr>
                    </a:p>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#YouMakeStrayKidsStay</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37.06 %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1,755,786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15,426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https://instagram.com/p/DLIVMyORu3K/</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537" name="Google Shape;537;p70"/>
          <p:cNvPicPr preferRelativeResize="0"/>
          <p:nvPr/>
        </p:nvPicPr>
        <p:blipFill>
          <a:blip r:embed="rId4">
            <a:alphaModFix/>
          </a:blip>
          <a:stretch>
            <a:fillRect/>
          </a:stretch>
        </p:blipFill>
        <p:spPr>
          <a:xfrm>
            <a:off x="11142950" y="2666096"/>
            <a:ext cx="2502900" cy="4449600"/>
          </a:xfrm>
          <a:prstGeom prst="rect">
            <a:avLst/>
          </a:prstGeom>
          <a:noFill/>
          <a:ln cap="flat" cmpd="sng" w="9525">
            <a:solidFill>
              <a:srgbClr val="595959"/>
            </a:solidFill>
            <a:prstDash val="solid"/>
            <a:round/>
            <a:headEnd len="sm" w="sm" type="none"/>
            <a:tailEnd len="sm" w="sm" type="none"/>
          </a:ln>
        </p:spPr>
      </p:pic>
      <p:sp>
        <p:nvSpPr>
          <p:cNvPr id="538" name="Google Shape;538;p70"/>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Engaged</a:t>
            </a:r>
            <a:endParaRPr sz="2000">
              <a:latin typeface="Inter"/>
              <a:ea typeface="Inter"/>
              <a:cs typeface="Inter"/>
              <a:sym typeface="Inter"/>
            </a:endParaRPr>
          </a:p>
        </p:txBody>
      </p:sp>
      <p:graphicFrame>
        <p:nvGraphicFramePr>
          <p:cNvPr id="539" name="Google Shape;539;p70"/>
          <p:cNvGraphicFramePr/>
          <p:nvPr/>
        </p:nvGraphicFramePr>
        <p:xfrm>
          <a:off x="9045200" y="7340460"/>
          <a:ext cx="3000000" cy="3000000"/>
        </p:xfrm>
        <a:graphic>
          <a:graphicData uri="http://schemas.openxmlformats.org/drawingml/2006/table">
            <a:tbl>
              <a:tblPr>
                <a:noFill/>
                <a:tableStyleId>{28C887C3-77AA-4E90-BE72-6C8784FCAB83}</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like noona, i’m in pittsburgh😏 @heesunrose #duolingo #singlesinferno</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least_engaged_rate_placeholder</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531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https://instagram.com/p/DUojQ4EEe0t/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40" name="Google Shape;540;p70"/>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544" name="Shape 544"/>
        <p:cNvGrpSpPr/>
        <p:nvPr/>
      </p:nvGrpSpPr>
      <p:grpSpPr>
        <a:xfrm>
          <a:off x="0" y="0"/>
          <a:ext cx="0" cy="0"/>
          <a:chOff x="0" y="0"/>
          <a:chExt cx="0" cy="0"/>
        </a:xfrm>
      </p:grpSpPr>
      <p:grpSp>
        <p:nvGrpSpPr>
          <p:cNvPr id="545" name="Google Shape;545;p71"/>
          <p:cNvGrpSpPr/>
          <p:nvPr/>
        </p:nvGrpSpPr>
        <p:grpSpPr>
          <a:xfrm>
            <a:off x="646500" y="4481100"/>
            <a:ext cx="6600000" cy="1324800"/>
            <a:chOff x="693125" y="512875"/>
            <a:chExt cx="3300000" cy="662400"/>
          </a:xfrm>
        </p:grpSpPr>
        <p:sp>
          <p:nvSpPr>
            <p:cNvPr id="546" name="Google Shape;546;p71"/>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47" name="Google Shape;547;p71"/>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Appendix</a:t>
              </a:r>
              <a:endParaRPr sz="3600">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grpSp>
        <p:nvGrpSpPr>
          <p:cNvPr id="552" name="Google Shape;552;p72"/>
          <p:cNvGrpSpPr/>
          <p:nvPr/>
        </p:nvGrpSpPr>
        <p:grpSpPr>
          <a:xfrm>
            <a:off x="646500" y="4481100"/>
            <a:ext cx="6600000" cy="1324800"/>
            <a:chOff x="693125" y="512875"/>
            <a:chExt cx="3300000" cy="662400"/>
          </a:xfrm>
        </p:grpSpPr>
        <p:sp>
          <p:nvSpPr>
            <p:cNvPr id="553" name="Google Shape;553;p72"/>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54" name="Google Shape;554;p72"/>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Dive</a:t>
              </a:r>
              <a:endParaRPr sz="3600">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cxnSp>
        <p:nvCxnSpPr>
          <p:cNvPr id="559" name="Google Shape;559;p73"/>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60" name="Google Shape;560;p73"/>
          <p:cNvGrpSpPr/>
          <p:nvPr/>
        </p:nvGrpSpPr>
        <p:grpSpPr>
          <a:xfrm>
            <a:off x="670275" y="383825"/>
            <a:ext cx="6600000" cy="1324800"/>
            <a:chOff x="693125" y="512875"/>
            <a:chExt cx="3300000" cy="662400"/>
          </a:xfrm>
        </p:grpSpPr>
        <p:sp>
          <p:nvSpPr>
            <p:cNvPr id="561" name="Google Shape;561;p73"/>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62" name="Google Shape;562;p73"/>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Needs</a:t>
              </a:r>
              <a:endParaRPr sz="3600">
                <a:latin typeface="Inter"/>
                <a:ea typeface="Inter"/>
                <a:cs typeface="Inter"/>
                <a:sym typeface="Inter"/>
              </a:endParaRPr>
            </a:p>
          </p:txBody>
        </p:sp>
      </p:grpSp>
      <p:sp>
        <p:nvSpPr>
          <p:cNvPr id="563" name="Google Shape;563;p73"/>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64" name="Google Shape;564;p73"/>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65" name="Google Shape;565;p73"/>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Users frequently mention streak milestones and expect recognition or gifts.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frequently complain about bugs, lost streaks, and unresponsive support.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Many users request addition of less-common languages and dialects.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Top-performing posts are humorous, meme-rich, and pop-culture integrated.</a:t>
            </a:r>
            <a:endParaRPr>
              <a:solidFill>
                <a:schemeClr val="dk1"/>
              </a:solidFill>
              <a:latin typeface="Roboto Mono"/>
              <a:ea typeface="Roboto Mono"/>
              <a:cs typeface="Roboto Mono"/>
              <a:sym typeface="Roboto Mono"/>
            </a:endParaRPr>
          </a:p>
        </p:txBody>
      </p:sp>
      <p:sp>
        <p:nvSpPr>
          <p:cNvPr id="566" name="Google Shape;566;p73"/>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67" name="Google Shape;567;p73"/>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Users explicitly request gifts and celebrate streak milestones, showing deep investment in recognition.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Recurring user complaints about technical problems and neglected support exemplify this urgent need.</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Requests for new languages appear frequently, showing demand for inclusivity and cultural representation.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Repeated user praise and lively engagement reflect appetite for playful, culturally tuned content.</a:t>
            </a:r>
            <a:endParaRPr>
              <a:solidFill>
                <a:schemeClr val="dk1"/>
              </a:solidFill>
              <a:latin typeface="Roboto Mono"/>
              <a:ea typeface="Roboto Mono"/>
              <a:cs typeface="Roboto Mono"/>
              <a:sym typeface="Roboto Mono"/>
            </a:endParaRPr>
          </a:p>
        </p:txBody>
      </p:sp>
      <p:sp>
        <p:nvSpPr>
          <p:cNvPr id="568" name="Google Shape;568;p73"/>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Duo, next week I’ll complete a 5-year streak :) You should send me something as a gift (you’re my longest relationship)</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hear you’re giving out merch now for long streaks? Is 1119 days long enough for you?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have a 687 days streak… and you never even congratulated me, I see how it is, it just doesn’t mean anything to you does it…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duo my streak is 1359 please send me a package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I’m a 724 day streak, and yes, I brag about it to everyone.</a:t>
            </a:r>
            <a:endParaRPr>
              <a:solidFill>
                <a:schemeClr val="dk1"/>
              </a:solidFill>
              <a:latin typeface="Roboto Mono"/>
              <a:ea typeface="Roboto Mono"/>
              <a:cs typeface="Roboto Mono"/>
              <a:sym typeface="Roboto Mono"/>
            </a:endParaRPr>
          </a:p>
        </p:txBody>
      </p:sp>
      <p:sp>
        <p:nvSpPr>
          <p:cNvPr id="569" name="Google Shape;569;p73"/>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Users demand meaningful rewards for commitment, inclusive language options, responsive support, and playful, trendy content to sustain motivation and belonging.</a:t>
            </a:r>
            <a:endParaRPr b="0"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cxnSp>
        <p:nvCxnSpPr>
          <p:cNvPr id="574" name="Google Shape;574;p74"/>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75" name="Google Shape;575;p74"/>
          <p:cNvGrpSpPr/>
          <p:nvPr/>
        </p:nvGrpSpPr>
        <p:grpSpPr>
          <a:xfrm>
            <a:off x="670275" y="383825"/>
            <a:ext cx="6600000" cy="1324800"/>
            <a:chOff x="693125" y="512875"/>
            <a:chExt cx="3300000" cy="662400"/>
          </a:xfrm>
        </p:grpSpPr>
        <p:sp>
          <p:nvSpPr>
            <p:cNvPr id="576" name="Google Shape;576;p74"/>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77" name="Google Shape;577;p74"/>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Objections</a:t>
              </a:r>
              <a:endParaRPr sz="3600">
                <a:latin typeface="Inter"/>
                <a:ea typeface="Inter"/>
                <a:cs typeface="Inter"/>
                <a:sym typeface="Inter"/>
              </a:endParaRPr>
            </a:p>
          </p:txBody>
        </p:sp>
      </p:grpSp>
      <p:sp>
        <p:nvSpPr>
          <p:cNvPr id="578" name="Google Shape;578;p74"/>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79" name="Google Shape;579;p74"/>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80" name="Google Shape;580;p74"/>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Negative sentiment explodes around new features limiting free use.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Some parents express concerns about ideological content in educational materials.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report confusion over subscriptions and bugs creating distrust.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Some users express overwhelmed feelings with daily, rapid content.</a:t>
            </a:r>
            <a:endParaRPr>
              <a:solidFill>
                <a:schemeClr val="dk1"/>
              </a:solidFill>
              <a:latin typeface="Roboto Mono"/>
              <a:ea typeface="Roboto Mono"/>
              <a:cs typeface="Roboto Mono"/>
              <a:sym typeface="Roboto Mono"/>
            </a:endParaRPr>
          </a:p>
        </p:txBody>
      </p:sp>
      <p:sp>
        <p:nvSpPr>
          <p:cNvPr id="581" name="Google Shape;581;p74"/>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82" name="Google Shape;582;p74"/>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Persistent user complaints and threats to quit demonstrate deep frustration.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Comments reveal a vocal subset uneasy with content direction and brand choices.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Consistent user feedback points to subscription management opacity and app bug fatigue.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Feedback reflects tension between engagement drive and user cognitive load.</a:t>
            </a:r>
            <a:endParaRPr>
              <a:solidFill>
                <a:schemeClr val="dk1"/>
              </a:solidFill>
              <a:latin typeface="Roboto Mono"/>
              <a:ea typeface="Roboto Mono"/>
              <a:cs typeface="Roboto Mono"/>
              <a:sym typeface="Roboto Mono"/>
            </a:endParaRPr>
          </a:p>
        </p:txBody>
      </p:sp>
      <p:sp>
        <p:nvSpPr>
          <p:cNvPr id="583" name="Google Shape;583;p74"/>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Every update y’all drop feels like punishment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How am I supposed to learn when I spend more time waiting for batteries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Hate the new update can only play a little bit now. 🙄 had this app for a decade but if this is the direction it's taken might be time to find a new app to play.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Hey so stop ignoring our comments about how batteries suck from over 4 weeks ago we know you see us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Your customer service is atrocious.</a:t>
            </a:r>
            <a:endParaRPr>
              <a:solidFill>
                <a:schemeClr val="dk1"/>
              </a:solidFill>
              <a:latin typeface="Roboto Mono"/>
              <a:ea typeface="Roboto Mono"/>
              <a:cs typeface="Roboto Mono"/>
              <a:sym typeface="Roboto Mono"/>
            </a:endParaRPr>
          </a:p>
        </p:txBody>
      </p:sp>
      <p:sp>
        <p:nvSpPr>
          <p:cNvPr id="584" name="Google Shape;584;p74"/>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Users vocalize hesitance due to restrictive monetization features, concerns over ideological inclusivity content, frustrations with support and subscription management, and occasional fatigue from intense content volume, signaling key barriers brands must address to sustain trust and engagement.</a:t>
            </a:r>
            <a:endParaRPr b="0"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cxnSp>
        <p:nvCxnSpPr>
          <p:cNvPr id="589" name="Google Shape;589;p75"/>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90" name="Google Shape;590;p75"/>
          <p:cNvGrpSpPr/>
          <p:nvPr/>
        </p:nvGrpSpPr>
        <p:grpSpPr>
          <a:xfrm>
            <a:off x="670275" y="383825"/>
            <a:ext cx="6600000" cy="1324800"/>
            <a:chOff x="693125" y="512875"/>
            <a:chExt cx="3300000" cy="662400"/>
          </a:xfrm>
        </p:grpSpPr>
        <p:sp>
          <p:nvSpPr>
            <p:cNvPr id="591" name="Google Shape;591;p75"/>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92" name="Google Shape;592;p75"/>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Desires</a:t>
              </a:r>
              <a:endParaRPr sz="3600">
                <a:latin typeface="Inter"/>
                <a:ea typeface="Inter"/>
                <a:cs typeface="Inter"/>
                <a:sym typeface="Inter"/>
              </a:endParaRPr>
            </a:p>
          </p:txBody>
        </p:sp>
      </p:grpSp>
      <p:sp>
        <p:nvSpPr>
          <p:cNvPr id="593" name="Google Shape;593;p75"/>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94" name="Google Shape;594;p75"/>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95" name="Google Shape;595;p75"/>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Streaks are a social currency and identity marker for users.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rally around shared milestones, challenges, and cultural events.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resist changes that add barriers or restrict usage.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Top engagement occurs on meme-driven, culturally relevant, and mascot-led content.</a:t>
            </a:r>
            <a:endParaRPr>
              <a:solidFill>
                <a:schemeClr val="dk1"/>
              </a:solidFill>
              <a:latin typeface="Roboto Mono"/>
              <a:ea typeface="Roboto Mono"/>
              <a:cs typeface="Roboto Mono"/>
              <a:sym typeface="Roboto Mono"/>
            </a:endParaRPr>
          </a:p>
        </p:txBody>
      </p:sp>
      <p:sp>
        <p:nvSpPr>
          <p:cNvPr id="596" name="Google Shape;596;p75"/>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97" name="Google Shape;597;p75"/>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Widespread social signaling of streaks and hope for material validation.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 comments brimming with mutual support, memes, and shared challenges.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Strong resistance to app-imposed limits and frustration over UX changes.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User enthusiasm and meme participation indicate craving for playful, culturally tuned content.</a:t>
            </a:r>
            <a:endParaRPr>
              <a:solidFill>
                <a:schemeClr val="dk1"/>
              </a:solidFill>
              <a:latin typeface="Roboto Mono"/>
              <a:ea typeface="Roboto Mono"/>
              <a:cs typeface="Roboto Mono"/>
              <a:sym typeface="Roboto Mono"/>
            </a:endParaRPr>
          </a:p>
        </p:txBody>
      </p:sp>
      <p:sp>
        <p:nvSpPr>
          <p:cNvPr id="598" name="Google Shape;598;p75"/>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Duo, next week I’ll complete a 5-year streak :) You should send me something as a gift (you’re my longest relationship)</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hear you’re giving out merch now for long streaks? Is 1119 days long enough for you?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The wink did something to us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How am I supposed to learn when I spend more time waiting for batteries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I lost my 285 days streak on Duolingo pls I'll do anything to have it back pls</a:t>
            </a:r>
            <a:endParaRPr>
              <a:solidFill>
                <a:schemeClr val="dk1"/>
              </a:solidFill>
              <a:latin typeface="Roboto Mono"/>
              <a:ea typeface="Roboto Mono"/>
              <a:cs typeface="Roboto Mono"/>
              <a:sym typeface="Roboto Mono"/>
            </a:endParaRPr>
          </a:p>
        </p:txBody>
      </p:sp>
      <p:sp>
        <p:nvSpPr>
          <p:cNvPr id="599" name="Google Shape;599;p75"/>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Users want to master languages with social recognition, belong to an engaged global community, avoid painful friction, and enjoy culturally vibrant, entertaining content.</a:t>
            </a:r>
            <a:endParaRPr b="0"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grpSp>
        <p:nvGrpSpPr>
          <p:cNvPr id="604" name="Google Shape;604;p76"/>
          <p:cNvGrpSpPr/>
          <p:nvPr/>
        </p:nvGrpSpPr>
        <p:grpSpPr>
          <a:xfrm>
            <a:off x="670275" y="383825"/>
            <a:ext cx="6600000" cy="1324800"/>
            <a:chOff x="693125" y="512875"/>
            <a:chExt cx="3300000" cy="662400"/>
          </a:xfrm>
        </p:grpSpPr>
        <p:sp>
          <p:nvSpPr>
            <p:cNvPr id="605" name="Google Shape;605;p76"/>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606" name="Google Shape;606;p76"/>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Painpoints</a:t>
              </a:r>
              <a:endParaRPr sz="3600">
                <a:latin typeface="Inter"/>
                <a:ea typeface="Inter"/>
                <a:cs typeface="Inter"/>
                <a:sym typeface="Inter"/>
              </a:endParaRPr>
            </a:p>
          </p:txBody>
        </p:sp>
      </p:grpSp>
      <p:cxnSp>
        <p:nvCxnSpPr>
          <p:cNvPr id="607" name="Google Shape;607;p76"/>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sp>
        <p:nvSpPr>
          <p:cNvPr id="608" name="Google Shape;608;p76"/>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609" name="Google Shape;609;p76"/>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610" name="Google Shape;610;p76"/>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The introduction of 'battery' limits has sparked widespread frustration and churn threats.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report long waits and ignored queries, compounding frustration from app issues.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Frequent requests for additional languages and dialects illustrate limitations.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Concerns arise that Duolingo mixes ideology with education especially around inclusivity.</a:t>
            </a:r>
            <a:endParaRPr>
              <a:solidFill>
                <a:schemeClr val="dk1"/>
              </a:solidFill>
              <a:latin typeface="Roboto Mono"/>
              <a:ea typeface="Roboto Mono"/>
              <a:cs typeface="Roboto Mono"/>
              <a:sym typeface="Roboto Mono"/>
            </a:endParaRPr>
          </a:p>
        </p:txBody>
      </p:sp>
      <p:sp>
        <p:nvSpPr>
          <p:cNvPr id="611" name="Google Shape;611;p76"/>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612" name="Google Shape;612;p76"/>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User comments rage against newer app mechanics perceived as barriers, illustrating a real friction point.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Users vocalize ongoing disappointment with customer service responsiveness amid technical struggles.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User demand signals missed opportunity and dissatisfaction around language availability.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Voiced worries about content and pedagogy reflect trust and adoption barriers.</a:t>
            </a:r>
            <a:endParaRPr>
              <a:solidFill>
                <a:schemeClr val="dk1"/>
              </a:solidFill>
              <a:latin typeface="Roboto Mono"/>
              <a:ea typeface="Roboto Mono"/>
              <a:cs typeface="Roboto Mono"/>
              <a:sym typeface="Roboto Mono"/>
            </a:endParaRPr>
          </a:p>
        </p:txBody>
      </p:sp>
      <p:sp>
        <p:nvSpPr>
          <p:cNvPr id="613" name="Google Shape;613;p76"/>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How am I supposed to learn when I spend more time waiting for batteries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Every update y’all drop feels like punishment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You keep saying you care about learners, prove it by fixing what’s broken.We’re not asking for much. Just give us our learning experience back.</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Hey so stop ignoring our comments about how batteries suck from over 4 weeks ago we know you see us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You took my 50 day streak away for no reason because of a bug in the app and support never answered.</a:t>
            </a:r>
            <a:endParaRPr>
              <a:solidFill>
                <a:schemeClr val="dk1"/>
              </a:solidFill>
              <a:latin typeface="Roboto Mono"/>
              <a:ea typeface="Roboto Mono"/>
              <a:cs typeface="Roboto Mono"/>
              <a:sym typeface="Roboto Mono"/>
            </a:endParaRPr>
          </a:p>
        </p:txBody>
      </p:sp>
      <p:sp>
        <p:nvSpPr>
          <p:cNvPr id="614" name="Google Shape;614;p76"/>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This audience faces friction from disruptive app changes, inadequate customer support, limited language inclusivity, and fears over content ideology overshadowing education — presenting critical risk points that brands must strategically mitigate with clarity, responsiveness, and inclusivity.</a:t>
            </a:r>
            <a:endParaRPr b="0"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grpSp>
        <p:nvGrpSpPr>
          <p:cNvPr id="619" name="Google Shape;619;p77"/>
          <p:cNvGrpSpPr/>
          <p:nvPr/>
        </p:nvGrpSpPr>
        <p:grpSpPr>
          <a:xfrm>
            <a:off x="646450" y="4481100"/>
            <a:ext cx="8059260" cy="1324800"/>
            <a:chOff x="693125" y="512875"/>
            <a:chExt cx="3300000" cy="662400"/>
          </a:xfrm>
        </p:grpSpPr>
        <p:sp>
          <p:nvSpPr>
            <p:cNvPr id="620" name="Google Shape;620;p7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621" name="Google Shape;621;p77"/>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Thanks!</a:t>
              </a:r>
              <a:endParaRPr sz="3600">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